
<file path=[Content_Types].xml><?xml version="1.0" encoding="utf-8"?>
<Types xmlns="http://schemas.openxmlformats.org/package/2006/content-types"/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2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3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lt1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colors4.xml><?xml version="1.0" encoding="utf-8"?>
<dgm:colorsDef xmlns:dgm="http://schemas.openxmlformats.org/drawingml/2006/diagram" xmlns:a="http://schemas.openxmlformats.org/drawingml/2006/main" xmlns:r="http://schemas.openxmlformats.org/officeDocument/2006/relationships" uniqueId="test/colors">
  <dgm:styleLbl name="node1">
    <dgm:fillClrLst meth="repeat">
      <a:schemeClr val="accent1"/>
    </dgm:fillClrLst>
    <dgm:linClrLst meth="repeat">
      <a:schemeClr val="lt1"/>
    </dgm:linClrLst>
    <dgm:txFillClrLst meth="repeat">
      <a:schemeClr val="accent4"/>
    </dgm:txFillClrLst>
  </dgm:styleLbl>
  <dgm:styleLbl name="sibTrans2D1">
    <dgm:fillClrLst meth="repeat">
      <a:schemeClr val="accent2"/>
    </dgm:fillClrLst>
    <dgm:linClrLst meth="repeat">
      <a:schemeClr val="accent2"/>
    </dgm:linClrLst>
  </dgm:styleLbl>
  <dgm:styleLbl name="parChTrans1D1">
    <dgm:linClrLst meth="repeat">
      <a:schemeClr val="accent6"/>
    </dgm:linClrLst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blocks"/>
    </dgm:pt>
    <dgm:pt modelId="{n1}">
      <dgm:prSet/>
      <dgm:spPr/>
      <dgm:t>
        <a:bodyPr/>
        <a:lstStyle/>
        <a:p>
          <a:r>
            <a:rPr lang="en-US"/>
            <a:t>Alpha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Beta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Gamma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Delta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Epsilon</a:t>
          </a:r>
        </a:p>
      </dgm:t>
    </dgm:pt>
    <dgm:pt modelId="{p5}" type="parTrans" cxnId="{c5}"/>
    <dgm:pt modelId="{s5}" type="sibTrans" cxnId="{c5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  <dgm:cxn modelId="{c4}" srcId="{doc}" destId="{n4}" srcOrd="3" destOrd="0" parTransId="{p4}" sibTransId="{s4}"/>
    <dgm:cxn modelId="{c5}" srcId="{doc}" destId="{n5}" srcOrd="4" destOrd="0" parTransId="{p5}" sibTransId="{s5}"/>
  </dgm:cxnLst>
  <dgm:bg/>
  <dgm:whole/>
</dgm:dataModel>
</file>

<file path=ppt/diagrams/data2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process"/>
    </dgm:pt>
    <dgm:pt modelId="{n1}">
      <dgm:prSet/>
      <dgm:spPr/>
      <dgm:t>
        <a:bodyPr/>
        <a:lstStyle/>
        <a:p>
          <a:r>
            <a:rPr lang="en-US"/>
            <a:t>Plan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Build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Ship</a:t>
          </a:r>
        </a:p>
      </dgm:t>
    </dgm:pt>
    <dgm:pt modelId="{p3}" type="parTrans" cxnId="{c3}"/>
    <dgm:pt modelId="{s3}" type="sibTrans" cxnId="{c3}"/>
  </dgm:ptLst>
  <dgm:cxnLst>
    <dgm:cxn modelId="{c1}" srcId="{doc}" destId="{n1}" srcOrd="0" destOrd="0" parTransId="{p1}" sibTransId="{s1}"/>
    <dgm:cxn modelId="{c2}" srcId="{doc}" destId="{n2}" srcOrd="1" destOrd="0" parTransId="{p2}" sibTransId="{s2}"/>
    <dgm:cxn modelId="{c3}" srcId="{doc}" destId="{n3}" srcOrd="2" destOrd="0" parTransId="{p3}" sibTransId="{s3}"/>
  </dgm:cxnLst>
  <dgm:bg/>
  <dgm:whole/>
</dgm:dataModel>
</file>

<file path=ppt/diagrams/data3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 loTypeId="test/hierarchy"/>
    </dgm:pt>
    <dgm:pt modelId="{n1}">
      <dgm:prSet/>
      <dgm:spPr/>
      <dgm:t>
        <a:bodyPr/>
        <a:lstStyle/>
        <a:p>
          <a:r>
            <a:rPr lang="en-US"/>
            <a:t>Root</a:t>
          </a:r>
        </a:p>
      </dgm:t>
    </dgm:pt>
    <dgm:pt modelId="{p1}" type="parTrans" cxnId="{c1}"/>
    <dgm:pt modelId="{s1}" type="sibTrans" cxnId="{c1}"/>
    <dgm:pt modelId="{n2}">
      <dgm:prSet/>
      <dgm:spPr/>
      <dgm:t>
        <a:bodyPr/>
        <a:lstStyle/>
        <a:p>
          <a:r>
            <a:rPr lang="en-US"/>
            <a:t>Left</a:t>
          </a:r>
        </a:p>
      </dgm:t>
    </dgm:pt>
    <dgm:pt modelId="{p2}" type="parTrans" cxnId="{c2}"/>
    <dgm:pt modelId="{s2}" type="sibTrans" cxnId="{c2}"/>
    <dgm:pt modelId="{n3}">
      <dgm:prSet/>
      <dgm:spPr/>
      <dgm:t>
        <a:bodyPr/>
        <a:lstStyle/>
        <a:p>
          <a:r>
            <a:rPr lang="en-US"/>
            <a:t>Middle</a:t>
          </a:r>
        </a:p>
      </dgm:t>
    </dgm:pt>
    <dgm:pt modelId="{p3}" type="parTrans" cxnId="{c3}"/>
    <dgm:pt modelId="{s3}" type="sibTrans" cxnId="{c3}"/>
    <dgm:pt modelId="{n4}">
      <dgm:prSet/>
      <dgm:spPr/>
      <dgm:t>
        <a:bodyPr/>
        <a:lstStyle/>
        <a:p>
          <a:r>
            <a:rPr lang="en-US"/>
            <a:t>One</a:t>
          </a:r>
        </a:p>
      </dgm:t>
    </dgm:pt>
    <dgm:pt modelId="{p4}" type="parTrans" cxnId="{c4}"/>
    <dgm:pt modelId="{s4}" type="sibTrans" cxnId="{c4}"/>
    <dgm:pt modelId="{n5}">
      <dgm:prSet/>
      <dgm:spPr/>
      <dgm:t>
        <a:bodyPr/>
        <a:lstStyle/>
        <a:p>
          <a:r>
            <a:rPr lang="en-US"/>
            <a:t>Two</a:t>
          </a:r>
        </a:p>
      </dgm:t>
    </dgm:pt>
    <dgm:pt modelId="{p5}" type="parTrans" cxnId="{c5}"/>
    <dgm:pt modelId="{s5}" type="sibTrans" cxnId="{c5}"/>
    <dgm:pt modelId="{n6}">
      <dgm:prSet/>
      <dgm:spPr/>
      <dgm:t>
        <a:bodyPr/>
        <a:lstStyle/>
        <a:p>
          <a:r>
            <a:rPr lang="en-US"/>
            <a:t>Right</a:t>
          </a:r>
        </a:p>
      </dgm:t>
    </dgm:pt>
    <dgm:pt modelId="{p6}" type="parTrans" cxnId="{c6}"/>
    <dgm:pt modelId="{s6}" type="sibTrans" cxnId="{c6}"/>
  </dgm:ptLst>
  <dgm:cxnLst>
    <dgm:cxn modelId="{c1}" srcId="{doc}" destId="{n1}" srcOrd="0" destOrd="0" parTransId="{p1}" sibTransId="{s1}"/>
    <dgm:cxn modelId="{c2}" srcId="{n1}" destId="{n2}" srcOrd="0" destOrd="0" parTransId="{p2}" sibTransId="{s2}"/>
    <dgm:cxn modelId="{c3}" srcId="{n1}" destId="{n3}" srcOrd="1" destOrd="0" parTransId="{p3}" sibTransId="{s3}"/>
    <dgm:cxn modelId="{c4}" srcId="{n3}" destId="{n4}" srcOrd="0" destOrd="0" parTransId="{p4}" sibTransId="{s4}"/>
    <dgm:cxn modelId="{c5}" srcId="{n3}" destId="{n5}" srcOrd="1" destOrd="0" parTransId="{p5}" sibTransId="{s5}"/>
    <dgm:cxn modelId="{c6}" srcId="{n1}" destId="{n6}" srcOrd="2" destOrd="0" parTransId="{p6}" sibTransId="{s6}"/>
  </dgm:cxnLst>
  <dgm:bg/>
  <dgm:whole/>
</dgm:dataModel>
</file>

<file path=ppt/diagrams/data4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doc}" type="doc">
      <dgm:prSet/>
    </dgm:pt>
    <dgm:pt modelId="{n1}">
      <dgm:prSet/>
      <dgm:spPr/>
      <dgm:t>
        <a:bodyPr/>
        <a:lstStyle/>
        <a:p>
          <a:r>
            <a:rPr lang="en-US"/>
            <a:t>Fresh</a:t>
          </a:r>
        </a:p>
      </dgm:t>
    </dgm:pt>
    <dgm:pt modelId="{p1}" type="parTrans" cxnId="{c1}"/>
    <dgm:pt modelId="{s1}" type="sibTrans" cxnId="{c1}"/>
    <dgm:pt modelId="{pr1}" type="pres">
      <dgm:prSet presAssocID="{n1}" presName="node" presStyleLbl="node1" presStyleIdx="0" presStyleCnt="1"/>
    </dgm:pt>
  </dgm:ptLst>
  <dgm:cxnLst>
    <dgm:cxn modelId="{c1}" srcId="{doc}" destId="{n1}" srcOrd="0" destOrd="0" parTransId="{p1}" sibTransId="{s1}"/>
    <dgm:cxn modelId="{c2}" type="presOf" srcId="{n1}" destId="{pr1}" srcOrd="0" destOrd="0"/>
  </dgm:cxnLst>
  <dgm:bg/>
  <dgm:whole/>
  <dgm:extLst>
    <a:ext uri="http://schemas.microsoft.com/office/drawing/2008/diagram">
      <dsp:dataModelExt xmlns:dsp="http://schemas.microsoft.com/office/drawing/2008/diagram" relId="rId6"/>
    </a:ext>
  </dgm:extLst>
</dgm:dataModel>
</file>

<file path=ppt/diagrams/drawing4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pr1}">
      <dsp:nvSpPr>
        <dsp:cNvPr id="0" name=""/>
        <dsp:cNvSpPr/>
      </dsp:nvSpPr>
      <dsp:spPr>
        <a:xfrm>
          <a:off x="0" y="0"/>
          <a:ext cx="2000000" cy="1000000"/>
        </a:xfrm>
        <a:prstGeom prst="rect">
          <a:avLst/>
        </a:prstGeom>
        <a:solidFill>
          <a:schemeClr val="accent1"/>
        </a:solidFill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r>
            <a:rPr lang="en-US" sz="1000"/>
            <a:t>Stale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blocks">
  <dgm:layoutNode name="diagram">
    <dgm:varLst>
      <dgm:dir/>
    </dgm:varLst>
    <dgm:alg type="snake">
      <dgm:param type="grDir" val="tL"/>
      <dgm:param type="flowDir" val="row"/>
      <dgm:param type="off" val="ctr"/>
    </dgm:alg>
    <dgm:shape/>
    <dgm:presOf/>
    <dgm:constrLst>
      <dgm:constr type="w" for="ch" forName="node" refType="w"/>
      <dgm:constr type="h" for="ch" forName="node" refType="w" refFor="ch" refForName="node" fact="0.6"/>
      <dgm:constr type="w" for="ch" forName="gap" refType="w" refFor="ch" refForName="node" fact="0.1"/>
      <dgm:constr type="sp" refType="w" refFor="ch" refForName="gap"/>
      <dgm:constr type="primFontSz" for="ch" forName="node" op="equ" val="65"/>
    </dgm:constrLst>
    <dgm:forEach name="nodes" axis="ch" ptType="node">
      <dgm:layoutNode name="node">
        <dgm:alg type="tx"/>
        <dgm:shape type="rect"/>
        <dgm:presOf axis="desOrSelf" ptType="node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gaps" axis="followSib" ptType="sibTrans" cnt="1">
        <dgm:layoutNode name="gap">
          <dgm:alg type="sp"/>
          <dgm:shape/>
          <dgm:presOf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hierarchy">
  <dgm:layoutNode name="diagram">
    <dgm:alg type="hierChild"/>
    <dgm:shape/>
    <dgm:presOf/>
    <dgm:constrLst>
      <dgm:constr type="w" for="des" forName="box" refType="w"/>
      <dgm:constr type="h" for="des" forName="box" refType="w" refFor="des" refForName="box" fact="0.5"/>
      <dgm:constr type="primFontSz" for="des" forName="box" op="equ" val="65"/>
      <dgm:constr type="sibSp" refType="w" refFor="des" refForName="box" fact="0.2"/>
      <dgm:constr type="sibSp" for="des" forName="kids" refType="w" refFor="des" refForName="box" fact="0.2"/>
      <dgm:constr type="sp" for="des" forName="root" refType="w" refFor="des" refForName="box" fact="0.25"/>
    </dgm:constrLst>
    <dgm:forEach name="each" axis="ch" ptType="node">
      <dgm:forEach name="lines" axis="precedSib" ptType="parTrans" st="-1" cnt="1">
        <dgm:layoutNode name="line">
          <dgm:alg type="conn">
            <dgm:param type="dim" val="1D"/>
            <dgm:param type="endSty" val="noArr"/>
            <dgm:param type="connRout" val="bend"/>
            <dgm:param type="begPts" val="bCtr"/>
            <dgm:param type="endPts" val="tCtr"/>
          </dgm:alg>
          <dgm:shape type="conn" zOrderOff="-99999"/>
          <dgm:presOf axis="self"/>
        </dgm:layoutNode>
      </dgm:forEach>
      <dgm:layoutNode name="root">
        <dgm:alg type="hierRoot"/>
        <dgm:shape/>
        <dgm:presOf/>
        <dgm:layoutNode name="box">
          <dgm:alg type="tx"/>
          <dgm:shape type="rect"/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kids">
          <dgm:alg type="hierChild"/>
          <dgm:shape/>
          <dgm:presOf/>
          <dgm:forEach name="more" ref="each"/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test/process">
  <dgm:layoutNode name="diagram">
    <dgm:alg type="lin"/>
    <dgm:shape/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4"/>
    </dgm:constrLst>
    <dgm:forEach name="nodes" axis="ch" ptType="node">
      <dgm:layoutNode name="node">
        <dgm:alg type="tx"/>
        <dgm:shape type="roundRect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arrows" axis="followSib" ptType="sibTrans" cnt="1">
        <dgm:layoutNode name="arrow">
          <dgm:alg type="conn"/>
          <dgm:shape type="conn"/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xmlns:r="http://schemas.openxmlformats.org/officeDocument/2006/relationships" uniqueId="test/style">
  <dgm:styleLbl name="node1"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2D1"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openxmlformats.org/officeDocument/2006/relationships/diagramDrawing" Target="../diagrams/drawing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openxmlformats.org/officeDocument/2006/relationships/diagramDrawing" Target="../diagrams/drawing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openxmlformats.org/officeDocument/2006/relationships/diagramDrawing" Target="../diagrams/drawing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openxmlformats.org/officeDocument/2006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1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2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3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Diagram 4"/>
          <p:cNvGraphicFramePr/>
          <p:nvPr/>
        </p:nvGraphicFramePr>
        <p:xfrm>
          <a:off x="1524000" y="571500"/>
          <a:ext cx="6096000" cy="4000500"/>
        </p:xfrm>
        <a:graphic>
          <a:graphicData uri="http://schemas.openxmlformats.org/drawingml/2006/diagram">
            <dgm:relIds xmlns:dgm="http://schemas.openxmlformats.org/drawingml/2006/diagram" r:dm="rId2" r:lo="rId3" r:qs="rId4" r:cs="rId5"/>
          </a:graphicData>
        </a:graphic>
      </p:graphicFrame>
    </p:spTree>
  </p:cSld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1F3864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rlito"/>
      </a:majorFont>
      <a:minorFont>
        <a:latin typeface="Carlito"/>
      </a:minorFont>
    </a:fontScheme>
    <a:fmtScheme name="T">
      <a:fillStyleLst/>
      <a:lnStyleLst>
        <a:ln w="9525"/>
        <a:ln w="25400"/>
        <a:ln w="38100"/>
      </a:lnStyleLst>
    </a:fmtScheme>
  </a:themeElements>
</a:theme>
</file>