
<file path=[Content_Types].xml><?xml version="1.0" encoding="utf-8"?>
<Types xmlns="http://schemas.openxmlformats.org/package/2006/content-types"/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/>
</p:presentation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/Relationships>
</file>

<file path=ppt/diagrams/_rels/data10.xml.rels><?xml version="1.0" encoding="UTF-8"?><Relationships xmlns="http://schemas.openxmlformats.org/package/2006/relationships"><Relationship Id="rId1" Type="http://schemas.openxmlformats.org/officeDocument/2006/relationships/image" Target="../media/image1.png"/></Relationships>
</file>

<file path=ppt/diagrams/colors1.xml><?xml version="1.0" encoding="utf-8"?>
<dgm:colorsDef xmlns:dgm="http://schemas.openxmlformats.org/drawingml/2006/diagram" xmlns:a="http://schemas.openxmlformats.org/drawingml/2006/main" xmlns:r="http://schemas.openxmlformats.org/officeDocument/2006/relationships" uniqueId="test/colors">
  <dgm:styleLbl name="node1">
    <dgm:fillClrLst meth="repeat">
      <a:schemeClr val="accent1"/>
    </dgm:fillClrLst>
    <dgm:linClrLst meth="repeat">
      <a:schemeClr val="lt1"/>
    </dgm:linClrLst>
    <dgm:txFillClrLst meth="repeat">
      <a:schemeClr val="lt1"/>
    </dgm:txFillClrLst>
  </dgm:styleLbl>
  <dgm:styleLbl name="sibTrans2D1">
    <dgm:fillClrLst meth="repeat">
      <a:schemeClr val="accent2"/>
    </dgm:fillClrLst>
    <dgm:linClrLst meth="repeat">
      <a:schemeClr val="accent2"/>
    </dgm:linClrLst>
  </dgm:styleLbl>
  <dgm:styleLbl name="parChTrans1D1">
    <dgm:linClrLst meth="repeat">
      <a:schemeClr val="accent6"/>
    </dgm:linClrLst>
  </dgm:styleLbl>
</dgm:colorsDef>
</file>

<file path=ppt/diagrams/colors2.xml><?xml version="1.0" encoding="utf-8"?>
<dgm:colorsDef xmlns:dgm="http://schemas.openxmlformats.org/drawingml/2006/diagram" xmlns:a="http://schemas.openxmlformats.org/drawingml/2006/main" xmlns:r="http://schemas.openxmlformats.org/officeDocument/2006/relationships" uniqueId="test/colors">
  <dgm:styleLbl name="node1">
    <dgm:fillClrLst meth="repeat">
      <a:schemeClr val="accent1"/>
    </dgm:fillClrLst>
    <dgm:linClrLst meth="repeat">
      <a:schemeClr val="lt1"/>
    </dgm:linClrLst>
    <dgm:txFillClrLst meth="repeat">
      <a:schemeClr val="lt1"/>
    </dgm:txFillClrLst>
  </dgm:styleLbl>
  <dgm:styleLbl name="sibTrans2D1">
    <dgm:fillClrLst meth="repeat">
      <a:schemeClr val="accent2"/>
    </dgm:fillClrLst>
    <dgm:linClrLst meth="repeat">
      <a:schemeClr val="accent2"/>
    </dgm:linClrLst>
  </dgm:styleLbl>
  <dgm:styleLbl name="parChTrans1D1">
    <dgm:linClrLst meth="repeat">
      <a:schemeClr val="accent6"/>
    </dgm:linClrLst>
  </dgm:styleLbl>
</dgm:colorsDef>
</file>

<file path=ppt/diagrams/colors3.xml><?xml version="1.0" encoding="utf-8"?>
<dgm:colorsDef xmlns:dgm="http://schemas.openxmlformats.org/drawingml/2006/diagram" xmlns:a="http://schemas.openxmlformats.org/drawingml/2006/main" xmlns:r="http://schemas.openxmlformats.org/officeDocument/2006/relationships" uniqueId="test/colors">
  <dgm:styleLbl name="node1">
    <dgm:fillClrLst meth="repeat">
      <a:schemeClr val="accent1"/>
    </dgm:fillClrLst>
    <dgm:linClrLst meth="repeat">
      <a:schemeClr val="lt1"/>
    </dgm:linClrLst>
    <dgm:txFillClrLst meth="repeat">
      <a:schemeClr val="lt1"/>
    </dgm:txFillClrLst>
  </dgm:styleLbl>
  <dgm:styleLbl name="sibTrans2D1">
    <dgm:fillClrLst meth="repeat">
      <a:schemeClr val="accent2"/>
    </dgm:fillClrLst>
    <dgm:linClrLst meth="repeat">
      <a:schemeClr val="accent2"/>
    </dgm:linClrLst>
  </dgm:styleLbl>
  <dgm:styleLbl name="parChTrans1D1">
    <dgm:linClrLst meth="repeat">
      <a:schemeClr val="accent6"/>
    </dgm:linClrLst>
  </dgm:styleLbl>
</dgm:colorsDef>
</file>

<file path=ppt/diagrams/colors4.xml><?xml version="1.0" encoding="utf-8"?>
<dgm:colorsDef xmlns:dgm="http://schemas.openxmlformats.org/drawingml/2006/diagram" xmlns:a="http://schemas.openxmlformats.org/drawingml/2006/main" xmlns:r="http://schemas.openxmlformats.org/officeDocument/2006/relationships" uniqueId="test/colors">
  <dgm:styleLbl name="node1">
    <dgm:fillClrLst meth="repeat">
      <a:schemeClr val="accent1"/>
    </dgm:fillClrLst>
    <dgm:linClrLst meth="repeat">
      <a:schemeClr val="lt1"/>
    </dgm:linClrLst>
    <dgm:txFillClrLst meth="repeat">
      <a:schemeClr val="accent4"/>
    </dgm:txFillClrLst>
  </dgm:styleLbl>
  <dgm:styleLbl name="sibTrans2D1">
    <dgm:fillClrLst meth="repeat">
      <a:schemeClr val="accent2"/>
    </dgm:fillClrLst>
    <dgm:linClrLst meth="repeat">
      <a:schemeClr val="accent2"/>
    </dgm:linClrLst>
  </dgm:styleLbl>
  <dgm:styleLbl name="parChTrans1D1">
    <dgm:linClrLst meth="repeat">
      <a:schemeClr val="accent6"/>
    </dgm:linClrLst>
  </dgm:styleLbl>
</dgm:colorsDef>
</file>

<file path=ppt/diagrams/colors5.xml><?xml version="1.0" encoding="utf-8"?>
<dgm:colorsDef xmlns:dgm="http://schemas.openxmlformats.org/drawingml/2006/diagram" xmlns:a="http://schemas.openxmlformats.org/drawingml/2006/main" xmlns:r="http://schemas.openxmlformats.org/officeDocument/2006/relationships" uniqueId="test/colors">
  <dgm:styleLbl name="node1">
    <dgm:fillClrLst meth="repeat">
      <a:schemeClr val="accent1"/>
    </dgm:fillClrLst>
    <dgm:linClrLst meth="repeat">
      <a:schemeClr val="lt1"/>
    </dgm:linClrLst>
    <dgm:txFillClrLst meth="repeat">
      <a:schemeClr val="lt1"/>
    </dgm:txFillClrLst>
  </dgm:styleLbl>
  <dgm:styleLbl name="sibTrans2D1">
    <dgm:fillClrLst meth="repeat">
      <a:schemeClr val="accent2"/>
    </dgm:fillClrLst>
    <dgm:linClrLst meth="repeat">
      <a:schemeClr val="accent2"/>
    </dgm:linClrLst>
  </dgm:styleLbl>
  <dgm:styleLbl name="parChTrans1D1">
    <dgm:linClrLst meth="repeat">
      <a:schemeClr val="accent6"/>
    </dgm:linClrLst>
  </dgm:styleLbl>
</dgm:colorsDef>
</file>

<file path=ppt/diagrams/colors6.xml><?xml version="1.0" encoding="utf-8"?>
<dgm:colorsDef xmlns:dgm="http://schemas.openxmlformats.org/drawingml/2006/diagram" xmlns:a="http://schemas.openxmlformats.org/drawingml/2006/main" xmlns:r="http://schemas.openxmlformats.org/officeDocument/2006/relationships" uniqueId="test/colors">
  <dgm:styleLbl name="node1">
    <dgm:fillClrLst meth="repeat">
      <a:schemeClr val="accent1"/>
    </dgm:fillClrLst>
    <dgm:linClrLst meth="repeat">
      <a:schemeClr val="lt1"/>
    </dgm:linClrLst>
    <dgm:txFillClrLst meth="repeat">
      <a:schemeClr val="lt1"/>
    </dgm:txFillClrLst>
  </dgm:styleLbl>
  <dgm:styleLbl name="sibTrans2D1">
    <dgm:fillClrLst meth="repeat">
      <a:schemeClr val="accent2"/>
    </dgm:fillClrLst>
    <dgm:linClrLst meth="repeat">
      <a:schemeClr val="accent2"/>
    </dgm:linClrLst>
  </dgm:styleLbl>
  <dgm:styleLbl name="parChTrans1D1">
    <dgm:linClrLst meth="repeat">
      <a:schemeClr val="accent6"/>
    </dgm:linClrLst>
  </dgm:styleLbl>
</dgm:colorsDef>
</file>

<file path=ppt/diagrams/colors7.xml><?xml version="1.0" encoding="utf-8"?>
<dgm:colorsDef xmlns:dgm="http://schemas.openxmlformats.org/drawingml/2006/diagram" xmlns:a="http://schemas.openxmlformats.org/drawingml/2006/main" xmlns:r="http://schemas.openxmlformats.org/officeDocument/2006/relationships" uniqueId="test/colors">
  <dgm:styleLbl name="node1">
    <dgm:fillClrLst meth="repeat">
      <a:schemeClr val="accent1"/>
    </dgm:fillClrLst>
    <dgm:linClrLst meth="repeat">
      <a:schemeClr val="lt1"/>
    </dgm:linClrLst>
    <dgm:txFillClrLst meth="repeat">
      <a:schemeClr val="lt1"/>
    </dgm:txFillClrLst>
  </dgm:styleLbl>
  <dgm:styleLbl name="sibTrans2D1">
    <dgm:fillClrLst meth="repeat">
      <a:schemeClr val="accent2"/>
    </dgm:fillClrLst>
    <dgm:linClrLst meth="repeat">
      <a:schemeClr val="accent2"/>
    </dgm:linClrLst>
  </dgm:styleLbl>
  <dgm:styleLbl name="parChTrans1D1">
    <dgm:linClrLst meth="repeat">
      <a:schemeClr val="accent6"/>
    </dgm:linClrLst>
  </dgm:styleLbl>
</dgm:colorsDef>
</file>

<file path=ppt/diagrams/colors8.xml><?xml version="1.0" encoding="utf-8"?>
<dgm:colorsDef xmlns:dgm="http://schemas.openxmlformats.org/drawingml/2006/diagram" xmlns:a="http://schemas.openxmlformats.org/drawingml/2006/main" xmlns:r="http://schemas.openxmlformats.org/officeDocument/2006/relationships" uniqueId="test/colors">
  <dgm:styleLbl name="node1">
    <dgm:fillClrLst meth="repeat">
      <a:schemeClr val="accent1"/>
    </dgm:fillClrLst>
    <dgm:linClrLst meth="repeat">
      <a:schemeClr val="lt1"/>
    </dgm:linClrLst>
    <dgm:txFillClrLst meth="repeat">
      <a:schemeClr val="lt1"/>
    </dgm:txFillClrLst>
  </dgm:styleLbl>
  <dgm:styleLbl name="sibTrans2D1">
    <dgm:fillClrLst meth="repeat">
      <a:schemeClr val="accent2"/>
    </dgm:fillClrLst>
    <dgm:linClrLst meth="repeat">
      <a:schemeClr val="accent2"/>
    </dgm:linClrLst>
  </dgm:styleLbl>
  <dgm:styleLbl name="parChTrans1D1">
    <dgm:linClrLst meth="repeat">
      <a:schemeClr val="accent6"/>
    </dgm:linClrLst>
  </dgm:styleLbl>
</dgm:colorsDef>
</file>

<file path=ppt/diagrams/colors9.xml><?xml version="1.0" encoding="utf-8"?>
<dgm:colorsDef xmlns:dgm="http://schemas.openxmlformats.org/drawingml/2006/diagram" xmlns:a="http://schemas.openxmlformats.org/drawingml/2006/main" xmlns:r="http://schemas.openxmlformats.org/officeDocument/2006/relationships" uniqueId="test/colors">
  <dgm:styleLbl name="node1">
    <dgm:fillClrLst meth="repeat">
      <a:schemeClr val="accent1"/>
    </dgm:fillClrLst>
    <dgm:linClrLst meth="repeat">
      <a:schemeClr val="lt1"/>
    </dgm:linClrLst>
    <dgm:txFillClrLst meth="repeat">
      <a:schemeClr val="lt1"/>
    </dgm:txFillClrLst>
  </dgm:styleLbl>
  <dgm:styleLbl name="sibTrans2D1">
    <dgm:fillClrLst meth="repeat">
      <a:schemeClr val="accent2"/>
    </dgm:fillClrLst>
    <dgm:linClrLst meth="repeat">
      <a:schemeClr val="accent2"/>
    </dgm:linClrLst>
  </dgm:styleLbl>
  <dgm:styleLbl name="parChTrans1D1">
    <dgm:linClrLst meth="repeat">
      <a:schemeClr val="accent6"/>
    </dgm:linClrLst>
  </dgm:styleLbl>
</dgm:colorsDef>
</file>

<file path=ppt/diagrams/colors10.xml><?xml version="1.0" encoding="utf-8"?>
<dgm:colorsDef xmlns:dgm="http://schemas.openxmlformats.org/drawingml/2006/diagram" xmlns:a="http://schemas.openxmlformats.org/drawingml/2006/main" xmlns:r="http://schemas.openxmlformats.org/officeDocument/2006/relationships" uniqueId="test/colors">
  <dgm:styleLbl name="node1">
    <dgm:fillClrLst meth="repeat">
      <a:schemeClr val="accent1"/>
    </dgm:fillClrLst>
    <dgm:linClrLst meth="repeat">
      <a:schemeClr val="lt1"/>
    </dgm:linClrLst>
    <dgm:txFillClrLst meth="repeat">
      <a:schemeClr val="lt1"/>
    </dgm:txFillClrLst>
  </dgm:styleLbl>
  <dgm:styleLbl name="sibTrans2D1">
    <dgm:fillClrLst meth="repeat">
      <a:schemeClr val="accent2"/>
    </dgm:fillClrLst>
    <dgm:linClrLst meth="repeat">
      <a:schemeClr val="accent2"/>
    </dgm:linClrLst>
  </dgm:styleLbl>
  <dgm:styleLbl name="parChTrans1D1">
    <dgm:linClrLst meth="repeat">
      <a:schemeClr val="accent6"/>
    </dgm:linClrLst>
  </dgm:styleLbl>
</dgm:colorsDef>
</file>

<file path=ppt/diagrams/colors11.xml><?xml version="1.0" encoding="utf-8"?>
<dgm:colorsDef xmlns:dgm="http://schemas.openxmlformats.org/drawingml/2006/diagram" xmlns:a="http://schemas.openxmlformats.org/drawingml/2006/main" xmlns:r="http://schemas.openxmlformats.org/officeDocument/2006/relationships" uniqueId="test/colors">
  <dgm:styleLbl name="node1">
    <dgm:fillClrLst meth="repeat">
      <a:schemeClr val="accent1"/>
    </dgm:fillClrLst>
    <dgm:linClrLst meth="repeat">
      <a:schemeClr val="lt1"/>
    </dgm:linClrLst>
    <dgm:txFillClrLst meth="repeat">
      <a:schemeClr val="lt1"/>
    </dgm:txFillClrLst>
  </dgm:styleLbl>
  <dgm:styleLbl name="sibTrans2D1">
    <dgm:fillClrLst meth="repeat">
      <a:schemeClr val="accent2"/>
    </dgm:fillClrLst>
    <dgm:linClrLst meth="repeat">
      <a:schemeClr val="accent2"/>
    </dgm:linClrLst>
  </dgm:styleLbl>
  <dgm:styleLbl name="parChTrans1D1">
    <dgm:linClrLst meth="repeat">
      <a:schemeClr val="accent6"/>
    </dgm:linClrLst>
  </dgm:styleLbl>
</dgm:colorsDef>
</file>

<file path=ppt/diagrams/colors12.xml><?xml version="1.0" encoding="utf-8"?>
<dgm:colorsDef xmlns:dgm="http://schemas.openxmlformats.org/drawingml/2006/diagram" xmlns:a="http://schemas.openxmlformats.org/drawingml/2006/main" xmlns:r="http://schemas.openxmlformats.org/officeDocument/2006/relationships" uniqueId="test/colors">
  <dgm:styleLbl name="node1">
    <dgm:fillClrLst meth="repeat">
      <a:schemeClr val="accent1"/>
    </dgm:fillClrLst>
    <dgm:linClrLst meth="repeat">
      <a:schemeClr val="lt1"/>
    </dgm:linClrLst>
    <dgm:txFillClrLst meth="repeat">
      <a:schemeClr val="lt1"/>
    </dgm:txFillClrLst>
  </dgm:styleLbl>
  <dgm:styleLbl name="sibTrans2D1">
    <dgm:fillClrLst meth="repeat">
      <a:schemeClr val="accent2"/>
    </dgm:fillClrLst>
    <dgm:linClrLst meth="repeat">
      <a:schemeClr val="accent2"/>
    </dgm:linClrLst>
  </dgm:styleLbl>
  <dgm:styleLbl name="parChTrans1D1">
    <dgm:linClrLst meth="repeat">
      <a:schemeClr val="accent6"/>
    </dgm:linClrLst>
  </dgm:styleLbl>
</dgm:colorsDef>
</file>

<file path=ppt/diagrams/colors13.xml><?xml version="1.0" encoding="utf-8"?>
<dgm:colorsDef xmlns:dgm="http://schemas.openxmlformats.org/drawingml/2006/diagram" xmlns:a="http://schemas.openxmlformats.org/drawingml/2006/main" xmlns:r="http://schemas.openxmlformats.org/officeDocument/2006/relationships" uniqueId="test/colors">
  <dgm:styleLbl name="node1">
    <dgm:fillClrLst meth="repeat">
      <a:schemeClr val="accent1"/>
    </dgm:fillClrLst>
    <dgm:linClrLst meth="repeat">
      <a:schemeClr val="lt1"/>
    </dgm:linClrLst>
    <dgm:txFillClrLst meth="repeat">
      <a:schemeClr val="lt1"/>
    </dgm:txFillClrLst>
  </dgm:styleLbl>
  <dgm:styleLbl name="sibTrans2D1">
    <dgm:fillClrLst meth="repeat">
      <a:schemeClr val="accent2"/>
    </dgm:fillClrLst>
    <dgm:linClrLst meth="repeat">
      <a:schemeClr val="accent2"/>
    </dgm:linClrLst>
  </dgm:styleLbl>
  <dgm:styleLbl name="parChTrans1D1">
    <dgm:linClrLst meth="repeat">
      <a:schemeClr val="accent6"/>
    </dgm:linClrLst>
  </dgm:styleLbl>
</dgm:colorsDef>
</file>

<file path=ppt/diagrams/data1.xml><?xml version="1.0" encoding="utf-8"?>
<dgm:dataModel xmlns:dgm="http://schemas.openxmlformats.org/drawingml/2006/diagram" xmlns:a="http://schemas.openxmlformats.org/drawingml/2006/main" xmlns:r="http://schemas.openxmlformats.org/officeDocument/2006/relationships">
  <dgm:ptLst>
    <dgm:pt modelId="{doc}" type="doc">
      <dgm:prSet loTypeId="test/blocks"/>
    </dgm:pt>
    <dgm:pt modelId="{n1}">
      <dgm:prSet/>
      <dgm:spPr/>
      <dgm:t>
        <a:bodyPr/>
        <a:lstStyle/>
        <a:p>
          <a:r>
            <a:rPr lang="en-US"/>
            <a:t>Alpha</a:t>
          </a:r>
        </a:p>
      </dgm:t>
    </dgm:pt>
    <dgm:pt modelId="{p1}" type="parTrans" cxnId="{c1}"/>
    <dgm:pt modelId="{s1}" type="sibTrans" cxnId="{c1}"/>
    <dgm:pt modelId="{n2}">
      <dgm:prSet/>
      <dgm:spPr/>
      <dgm:t>
        <a:bodyPr/>
        <a:lstStyle/>
        <a:p>
          <a:r>
            <a:rPr lang="en-US"/>
            <a:t>Beta</a:t>
          </a:r>
        </a:p>
      </dgm:t>
    </dgm:pt>
    <dgm:pt modelId="{p2}" type="parTrans" cxnId="{c2}"/>
    <dgm:pt modelId="{s2}" type="sibTrans" cxnId="{c2}"/>
    <dgm:pt modelId="{n3}">
      <dgm:prSet/>
      <dgm:spPr/>
      <dgm:t>
        <a:bodyPr/>
        <a:lstStyle/>
        <a:p>
          <a:r>
            <a:rPr lang="en-US"/>
            <a:t>Gamma</a:t>
          </a:r>
        </a:p>
      </dgm:t>
    </dgm:pt>
    <dgm:pt modelId="{p3}" type="parTrans" cxnId="{c3}"/>
    <dgm:pt modelId="{s3}" type="sibTrans" cxnId="{c3}"/>
    <dgm:pt modelId="{n4}">
      <dgm:prSet/>
      <dgm:spPr/>
      <dgm:t>
        <a:bodyPr/>
        <a:lstStyle/>
        <a:p>
          <a:r>
            <a:rPr lang="en-US"/>
            <a:t>Delta</a:t>
          </a:r>
        </a:p>
      </dgm:t>
    </dgm:pt>
    <dgm:pt modelId="{p4}" type="parTrans" cxnId="{c4}"/>
    <dgm:pt modelId="{s4}" type="sibTrans" cxnId="{c4}"/>
    <dgm:pt modelId="{n5}">
      <dgm:prSet/>
      <dgm:spPr/>
      <dgm:t>
        <a:bodyPr/>
        <a:lstStyle/>
        <a:p>
          <a:r>
            <a:rPr lang="en-US"/>
            <a:t>Epsilon</a:t>
          </a:r>
        </a:p>
      </dgm:t>
    </dgm:pt>
    <dgm:pt modelId="{p5}" type="parTrans" cxnId="{c5}"/>
    <dgm:pt modelId="{s5}" type="sibTrans" cxnId="{c5}"/>
  </dgm:ptLst>
  <dgm:cxnLst>
    <dgm:cxn modelId="{c1}" srcId="{doc}" destId="{n1}" srcOrd="0" destOrd="0" parTransId="{p1}" sibTransId="{s1}"/>
    <dgm:cxn modelId="{c2}" srcId="{doc}" destId="{n2}" srcOrd="1" destOrd="0" parTransId="{p2}" sibTransId="{s2}"/>
    <dgm:cxn modelId="{c3}" srcId="{doc}" destId="{n3}" srcOrd="2" destOrd="0" parTransId="{p3}" sibTransId="{s3}"/>
    <dgm:cxn modelId="{c4}" srcId="{doc}" destId="{n4}" srcOrd="3" destOrd="0" parTransId="{p4}" sibTransId="{s4}"/>
    <dgm:cxn modelId="{c5}" srcId="{doc}" destId="{n5}" srcOrd="4" destOrd="0" parTransId="{p5}" sibTransId="{s5}"/>
  </dgm:cxnLst>
  <dgm:bg/>
  <dgm:whole/>
</dgm:dataModel>
</file>

<file path=ppt/diagrams/data2.xml><?xml version="1.0" encoding="utf-8"?>
<dgm:dataModel xmlns:dgm="http://schemas.openxmlformats.org/drawingml/2006/diagram" xmlns:a="http://schemas.openxmlformats.org/drawingml/2006/main" xmlns:r="http://schemas.openxmlformats.org/officeDocument/2006/relationships">
  <dgm:ptLst>
    <dgm:pt modelId="{doc}" type="doc">
      <dgm:prSet loTypeId="test/process"/>
    </dgm:pt>
    <dgm:pt modelId="{n1}">
      <dgm:prSet/>
      <dgm:spPr/>
      <dgm:t>
        <a:bodyPr/>
        <a:lstStyle/>
        <a:p>
          <a:r>
            <a:rPr lang="en-US"/>
            <a:t>Plan</a:t>
          </a:r>
        </a:p>
      </dgm:t>
    </dgm:pt>
    <dgm:pt modelId="{p1}" type="parTrans" cxnId="{c1}"/>
    <dgm:pt modelId="{s1}" type="sibTrans" cxnId="{c1}"/>
    <dgm:pt modelId="{n2}">
      <dgm:prSet/>
      <dgm:spPr/>
      <dgm:t>
        <a:bodyPr/>
        <a:lstStyle/>
        <a:p>
          <a:r>
            <a:rPr lang="en-US"/>
            <a:t>Build</a:t>
          </a:r>
        </a:p>
      </dgm:t>
    </dgm:pt>
    <dgm:pt modelId="{p2}" type="parTrans" cxnId="{c2}"/>
    <dgm:pt modelId="{s2}" type="sibTrans" cxnId="{c2}"/>
    <dgm:pt modelId="{n3}">
      <dgm:prSet/>
      <dgm:spPr/>
      <dgm:t>
        <a:bodyPr/>
        <a:lstStyle/>
        <a:p>
          <a:r>
            <a:rPr lang="en-US"/>
            <a:t>Ship</a:t>
          </a:r>
        </a:p>
      </dgm:t>
    </dgm:pt>
    <dgm:pt modelId="{p3}" type="parTrans" cxnId="{c3}"/>
    <dgm:pt modelId="{s3}" type="sibTrans" cxnId="{c3}"/>
  </dgm:ptLst>
  <dgm:cxnLst>
    <dgm:cxn modelId="{c1}" srcId="{doc}" destId="{n1}" srcOrd="0" destOrd="0" parTransId="{p1}" sibTransId="{s1}"/>
    <dgm:cxn modelId="{c2}" srcId="{doc}" destId="{n2}" srcOrd="1" destOrd="0" parTransId="{p2}" sibTransId="{s2}"/>
    <dgm:cxn modelId="{c3}" srcId="{doc}" destId="{n3}" srcOrd="2" destOrd="0" parTransId="{p3}" sibTransId="{s3}"/>
  </dgm:cxnLst>
  <dgm:bg/>
  <dgm:whole/>
</dgm:dataModel>
</file>

<file path=ppt/diagrams/data3.xml><?xml version="1.0" encoding="utf-8"?>
<dgm:dataModel xmlns:dgm="http://schemas.openxmlformats.org/drawingml/2006/diagram" xmlns:a="http://schemas.openxmlformats.org/drawingml/2006/main" xmlns:r="http://schemas.openxmlformats.org/officeDocument/2006/relationships">
  <dgm:ptLst>
    <dgm:pt modelId="{doc}" type="doc">
      <dgm:prSet loTypeId="test/hierarchy"/>
    </dgm:pt>
    <dgm:pt modelId="{n1}">
      <dgm:prSet/>
      <dgm:spPr/>
      <dgm:t>
        <a:bodyPr/>
        <a:lstStyle/>
        <a:p>
          <a:r>
            <a:rPr lang="en-US"/>
            <a:t>Root</a:t>
          </a:r>
        </a:p>
      </dgm:t>
    </dgm:pt>
    <dgm:pt modelId="{p1}" type="parTrans" cxnId="{c1}"/>
    <dgm:pt modelId="{s1}" type="sibTrans" cxnId="{c1}"/>
    <dgm:pt modelId="{n2}">
      <dgm:prSet/>
      <dgm:spPr/>
      <dgm:t>
        <a:bodyPr/>
        <a:lstStyle/>
        <a:p>
          <a:r>
            <a:rPr lang="en-US"/>
            <a:t>Left</a:t>
          </a:r>
        </a:p>
      </dgm:t>
    </dgm:pt>
    <dgm:pt modelId="{p2}" type="parTrans" cxnId="{c2}"/>
    <dgm:pt modelId="{s2}" type="sibTrans" cxnId="{c2}"/>
    <dgm:pt modelId="{n3}">
      <dgm:prSet/>
      <dgm:spPr/>
      <dgm:t>
        <a:bodyPr/>
        <a:lstStyle/>
        <a:p>
          <a:r>
            <a:rPr lang="en-US"/>
            <a:t>Middle</a:t>
          </a:r>
        </a:p>
      </dgm:t>
    </dgm:pt>
    <dgm:pt modelId="{p3}" type="parTrans" cxnId="{c3}"/>
    <dgm:pt modelId="{s3}" type="sibTrans" cxnId="{c3}"/>
    <dgm:pt modelId="{n4}">
      <dgm:prSet/>
      <dgm:spPr/>
      <dgm:t>
        <a:bodyPr/>
        <a:lstStyle/>
        <a:p>
          <a:r>
            <a:rPr lang="en-US"/>
            <a:t>One</a:t>
          </a:r>
        </a:p>
      </dgm:t>
    </dgm:pt>
    <dgm:pt modelId="{p4}" type="parTrans" cxnId="{c4}"/>
    <dgm:pt modelId="{s4}" type="sibTrans" cxnId="{c4}"/>
    <dgm:pt modelId="{n5}">
      <dgm:prSet/>
      <dgm:spPr/>
      <dgm:t>
        <a:bodyPr/>
        <a:lstStyle/>
        <a:p>
          <a:r>
            <a:rPr lang="en-US"/>
            <a:t>Two</a:t>
          </a:r>
        </a:p>
      </dgm:t>
    </dgm:pt>
    <dgm:pt modelId="{p5}" type="parTrans" cxnId="{c5}"/>
    <dgm:pt modelId="{s5}" type="sibTrans" cxnId="{c5}"/>
    <dgm:pt modelId="{n6}">
      <dgm:prSet/>
      <dgm:spPr/>
      <dgm:t>
        <a:bodyPr/>
        <a:lstStyle/>
        <a:p>
          <a:r>
            <a:rPr lang="en-US"/>
            <a:t>Right</a:t>
          </a:r>
        </a:p>
      </dgm:t>
    </dgm:pt>
    <dgm:pt modelId="{p6}" type="parTrans" cxnId="{c6}"/>
    <dgm:pt modelId="{s6}" type="sibTrans" cxnId="{c6}"/>
  </dgm:ptLst>
  <dgm:cxnLst>
    <dgm:cxn modelId="{c1}" srcId="{doc}" destId="{n1}" srcOrd="0" destOrd="0" parTransId="{p1}" sibTransId="{s1}"/>
    <dgm:cxn modelId="{c2}" srcId="{n1}" destId="{n2}" srcOrd="0" destOrd="0" parTransId="{p2}" sibTransId="{s2}"/>
    <dgm:cxn modelId="{c3}" srcId="{n1}" destId="{n3}" srcOrd="1" destOrd="0" parTransId="{p3}" sibTransId="{s3}"/>
    <dgm:cxn modelId="{c4}" srcId="{n3}" destId="{n4}" srcOrd="0" destOrd="0" parTransId="{p4}" sibTransId="{s4}"/>
    <dgm:cxn modelId="{c5}" srcId="{n3}" destId="{n5}" srcOrd="1" destOrd="0" parTransId="{p5}" sibTransId="{s5}"/>
    <dgm:cxn modelId="{c6}" srcId="{n1}" destId="{n6}" srcOrd="2" destOrd="0" parTransId="{p6}" sibTransId="{s6}"/>
  </dgm:cxnLst>
  <dgm:bg/>
  <dgm:whole/>
</dgm:dataModel>
</file>

<file path=ppt/diagrams/data4.xml><?xml version="1.0" encoding="utf-8"?>
<dgm:dataModel xmlns:dgm="http://schemas.openxmlformats.org/drawingml/2006/diagram" xmlns:a="http://schemas.openxmlformats.org/drawingml/2006/main" xmlns:r="http://schemas.openxmlformats.org/officeDocument/2006/relationships">
  <dgm:ptLst>
    <dgm:pt modelId="{doc}" type="doc">
      <dgm:prSet/>
    </dgm:pt>
    <dgm:pt modelId="{n1}">
      <dgm:prSet/>
      <dgm:spPr/>
      <dgm:t>
        <a:bodyPr/>
        <a:lstStyle/>
        <a:p>
          <a:r>
            <a:rPr lang="en-US"/>
            <a:t>Fresh</a:t>
          </a:r>
        </a:p>
      </dgm:t>
    </dgm:pt>
    <dgm:pt modelId="{p1}" type="parTrans" cxnId="{c1}"/>
    <dgm:pt modelId="{s1}" type="sibTrans" cxnId="{c1}"/>
    <dgm:pt modelId="{pr1}" type="pres">
      <dgm:prSet presAssocID="{n1}" presName="node" presStyleLbl="node1" presStyleIdx="0" presStyleCnt="1"/>
    </dgm:pt>
  </dgm:ptLst>
  <dgm:cxnLst>
    <dgm:cxn modelId="{c1}" srcId="{doc}" destId="{n1}" srcOrd="0" destOrd="0" parTransId="{p1}" sibTransId="{s1}"/>
    <dgm:cxn modelId="{c2}" type="presOf" srcId="{n1}" destId="{pr1}" srcOrd="0" destOrd="0"/>
  </dgm:cxnLst>
  <dgm:bg/>
  <dgm:whole/>
  <dgm:extLst>
    <a:ext uri="http://schemas.microsoft.com/office/drawing/2008/diagram">
      <dsp:dataModelExt xmlns:dsp="http://schemas.microsoft.com/office/drawing/2008/diagram" relId="rId6"/>
    </a:ext>
  </dgm:extLst>
</dgm:dataModel>
</file>

<file path=ppt/diagrams/data5.xml><?xml version="1.0" encoding="utf-8"?>
<dgm:dataModel xmlns:dgm="http://schemas.openxmlformats.org/drawingml/2006/diagram" xmlns:a="http://schemas.openxmlformats.org/drawingml/2006/main" xmlns:r="http://schemas.openxmlformats.org/officeDocument/2006/relationships">
  <dgm:ptLst>
    <dgm:pt modelId="{doc}" type="doc">
      <dgm:prSet loTypeId="test/cycle"/>
    </dgm:pt>
    <dgm:pt modelId="{n1}">
      <dgm:prSet/>
      <dgm:spPr/>
      <dgm:t>
        <a:bodyPr/>
        <a:lstStyle/>
        <a:p>
          <a:r>
            <a:rPr lang="en-US"/>
            <a:t>Plan</a:t>
          </a:r>
        </a:p>
      </dgm:t>
    </dgm:pt>
    <dgm:pt modelId="{p1}" type="parTrans" cxnId="{c1}"/>
    <dgm:pt modelId="{s1}" type="sibTrans" cxnId="{c1}"/>
    <dgm:pt modelId="{n2}">
      <dgm:prSet/>
      <dgm:spPr/>
      <dgm:t>
        <a:bodyPr/>
        <a:lstStyle/>
        <a:p>
          <a:r>
            <a:rPr lang="en-US"/>
            <a:t>Do</a:t>
          </a:r>
        </a:p>
      </dgm:t>
    </dgm:pt>
    <dgm:pt modelId="{p2}" type="parTrans" cxnId="{c2}"/>
    <dgm:pt modelId="{s2}" type="sibTrans" cxnId="{c2}"/>
    <dgm:pt modelId="{n3}">
      <dgm:prSet/>
      <dgm:spPr/>
      <dgm:t>
        <a:bodyPr/>
        <a:lstStyle/>
        <a:p>
          <a:r>
            <a:rPr lang="en-US"/>
            <a:t>Check</a:t>
          </a:r>
        </a:p>
      </dgm:t>
    </dgm:pt>
    <dgm:pt modelId="{p3}" type="parTrans" cxnId="{c3}"/>
    <dgm:pt modelId="{s3}" type="sibTrans" cxnId="{c3}"/>
    <dgm:pt modelId="{n4}">
      <dgm:prSet/>
      <dgm:spPr/>
      <dgm:t>
        <a:bodyPr/>
        <a:lstStyle/>
        <a:p>
          <a:r>
            <a:rPr lang="en-US"/>
            <a:t>Act</a:t>
          </a:r>
        </a:p>
      </dgm:t>
    </dgm:pt>
    <dgm:pt modelId="{p4}" type="parTrans" cxnId="{c4}"/>
    <dgm:pt modelId="{s4}" type="sibTrans" cxnId="{c4}"/>
  </dgm:ptLst>
  <dgm:cxnLst>
    <dgm:cxn modelId="{c1}" srcId="{doc}" destId="{n1}" srcOrd="0" destOrd="0" parTransId="{p1}" sibTransId="{s1}"/>
    <dgm:cxn modelId="{c2}" srcId="{doc}" destId="{n2}" srcOrd="1" destOrd="0" parTransId="{p2}" sibTransId="{s2}"/>
    <dgm:cxn modelId="{c3}" srcId="{doc}" destId="{n3}" srcOrd="2" destOrd="0" parTransId="{p3}" sibTransId="{s3}"/>
    <dgm:cxn modelId="{c4}" srcId="{doc}" destId="{n4}" srcOrd="3" destOrd="0" parTransId="{p4}" sibTransId="{s4}"/>
  </dgm:cxnLst>
  <dgm:bg/>
  <dgm:whole/>
</dgm:dataModel>
</file>

<file path=ppt/diagrams/data6.xml><?xml version="1.0" encoding="utf-8"?>
<dgm:dataModel xmlns:dgm="http://schemas.openxmlformats.org/drawingml/2006/diagram" xmlns:a="http://schemas.openxmlformats.org/drawingml/2006/main" xmlns:r="http://schemas.openxmlformats.org/officeDocument/2006/relationships">
  <dgm:ptLst>
    <dgm:pt modelId="{doc}" type="doc">
      <dgm:prSet loTypeId="test/radial"/>
    </dgm:pt>
    <dgm:pt modelId="{n1}">
      <dgm:prSet/>
      <dgm:spPr/>
      <dgm:t>
        <a:bodyPr/>
        <a:lstStyle/>
        <a:p>
          <a:r>
            <a:rPr lang="en-US"/>
            <a:t>Hub</a:t>
          </a:r>
        </a:p>
      </dgm:t>
    </dgm:pt>
    <dgm:pt modelId="{p1}" type="parTrans" cxnId="{c1}"/>
    <dgm:pt modelId="{s1}" type="sibTrans" cxnId="{c1}"/>
    <dgm:pt modelId="{n2}">
      <dgm:prSet/>
      <dgm:spPr/>
      <dgm:t>
        <a:bodyPr/>
        <a:lstStyle/>
        <a:p>
          <a:r>
            <a:rPr lang="en-US"/>
            <a:t>North</a:t>
          </a:r>
        </a:p>
      </dgm:t>
    </dgm:pt>
    <dgm:pt modelId="{p2}" type="parTrans" cxnId="{c2}"/>
    <dgm:pt modelId="{s2}" type="sibTrans" cxnId="{c2}"/>
    <dgm:pt modelId="{n3}">
      <dgm:prSet/>
      <dgm:spPr/>
      <dgm:t>
        <a:bodyPr/>
        <a:lstStyle/>
        <a:p>
          <a:r>
            <a:rPr lang="en-US"/>
            <a:t>East</a:t>
          </a:r>
        </a:p>
      </dgm:t>
    </dgm:pt>
    <dgm:pt modelId="{p3}" type="parTrans" cxnId="{c3}"/>
    <dgm:pt modelId="{s3}" type="sibTrans" cxnId="{c3}"/>
    <dgm:pt modelId="{n4}">
      <dgm:prSet/>
      <dgm:spPr/>
      <dgm:t>
        <a:bodyPr/>
        <a:lstStyle/>
        <a:p>
          <a:r>
            <a:rPr lang="en-US"/>
            <a:t>South</a:t>
          </a:r>
        </a:p>
      </dgm:t>
    </dgm:pt>
    <dgm:pt modelId="{p4}" type="parTrans" cxnId="{c4}"/>
    <dgm:pt modelId="{s4}" type="sibTrans" cxnId="{c4}"/>
    <dgm:pt modelId="{n5}">
      <dgm:prSet/>
      <dgm:spPr/>
      <dgm:t>
        <a:bodyPr/>
        <a:lstStyle/>
        <a:p>
          <a:r>
            <a:rPr lang="en-US"/>
            <a:t>West</a:t>
          </a:r>
        </a:p>
      </dgm:t>
    </dgm:pt>
    <dgm:pt modelId="{p5}" type="parTrans" cxnId="{c5}"/>
    <dgm:pt modelId="{s5}" type="sibTrans" cxnId="{c5}"/>
    <dgm:pt modelId="{n6}">
      <dgm:prSet/>
      <dgm:spPr/>
      <dgm:t>
        <a:bodyPr/>
        <a:lstStyle/>
        <a:p>
          <a:r>
            <a:rPr lang="en-US"/>
            <a:t>More</a:t>
          </a:r>
        </a:p>
      </dgm:t>
    </dgm:pt>
    <dgm:pt modelId="{p6}" type="parTrans" cxnId="{c6}"/>
    <dgm:pt modelId="{s6}" type="sibTrans" cxnId="{c6}"/>
  </dgm:ptLst>
  <dgm:cxnLst>
    <dgm:cxn modelId="{c1}" srcId="{doc}" destId="{n1}" srcOrd="0" destOrd="0" parTransId="{p1}" sibTransId="{s1}"/>
    <dgm:cxn modelId="{c2}" srcId="{n1}" destId="{n2}" srcOrd="0" destOrd="0" parTransId="{p2}" sibTransId="{s2}"/>
    <dgm:cxn modelId="{c3}" srcId="{n1}" destId="{n3}" srcOrd="1" destOrd="0" parTransId="{p3}" sibTransId="{s3}"/>
    <dgm:cxn modelId="{c4}" srcId="{n1}" destId="{n4}" srcOrd="2" destOrd="0" parTransId="{p4}" sibTransId="{s4}"/>
    <dgm:cxn modelId="{c5}" srcId="{n1}" destId="{n5}" srcOrd="3" destOrd="0" parTransId="{p5}" sibTransId="{s5}"/>
    <dgm:cxn modelId="{c6}" srcId="{n1}" destId="{n6}" srcOrd="4" destOrd="0" parTransId="{p6}" sibTransId="{s6}"/>
  </dgm:cxnLst>
  <dgm:bg/>
  <dgm:whole/>
</dgm:dataModel>
</file>

<file path=ppt/diagrams/data7.xml><?xml version="1.0" encoding="utf-8"?>
<dgm:dataModel xmlns:dgm="http://schemas.openxmlformats.org/drawingml/2006/diagram" xmlns:a="http://schemas.openxmlformats.org/drawingml/2006/main" xmlns:r="http://schemas.openxmlformats.org/officeDocument/2006/relationships">
  <dgm:ptLst>
    <dgm:pt modelId="{doc}" type="doc">
      <dgm:prSet loTypeId="test/pyramid"/>
    </dgm:pt>
    <dgm:pt modelId="{n1}">
      <dgm:prSet/>
      <dgm:spPr/>
      <dgm:t>
        <a:bodyPr/>
        <a:lstStyle/>
        <a:p>
          <a:r>
            <a:rPr lang="en-US"/>
            <a:t>Top</a:t>
          </a:r>
        </a:p>
      </dgm:t>
    </dgm:pt>
    <dgm:pt modelId="{p1}" type="parTrans" cxnId="{c1}"/>
    <dgm:pt modelId="{s1}" type="sibTrans" cxnId="{c1}"/>
    <dgm:pt modelId="{n2}">
      <dgm:prSet/>
      <dgm:spPr/>
      <dgm:t>
        <a:bodyPr/>
        <a:lstStyle/>
        <a:p>
          <a:r>
            <a:rPr lang="en-US"/>
            <a:t>Middle</a:t>
          </a:r>
        </a:p>
      </dgm:t>
    </dgm:pt>
    <dgm:pt modelId="{p2}" type="parTrans" cxnId="{c2}"/>
    <dgm:pt modelId="{s2}" type="sibTrans" cxnId="{c2}"/>
    <dgm:pt modelId="{n3}">
      <dgm:prSet/>
      <dgm:spPr/>
      <dgm:t>
        <a:bodyPr/>
        <a:lstStyle/>
        <a:p>
          <a:r>
            <a:rPr lang="en-US"/>
            <a:t>Base</a:t>
          </a:r>
        </a:p>
      </dgm:t>
    </dgm:pt>
    <dgm:pt modelId="{p3}" type="parTrans" cxnId="{c3}"/>
    <dgm:pt modelId="{s3}" type="sibTrans" cxnId="{c3}"/>
  </dgm:ptLst>
  <dgm:cxnLst>
    <dgm:cxn modelId="{c1}" srcId="{doc}" destId="{n1}" srcOrd="0" destOrd="0" parTransId="{p1}" sibTransId="{s1}"/>
    <dgm:cxn modelId="{c2}" srcId="{doc}" destId="{n2}" srcOrd="1" destOrd="0" parTransId="{p2}" sibTransId="{s2}"/>
    <dgm:cxn modelId="{c3}" srcId="{doc}" destId="{n3}" srcOrd="2" destOrd="0" parTransId="{p3}" sibTransId="{s3}"/>
  </dgm:cxnLst>
  <dgm:bg/>
  <dgm:whole/>
</dgm:dataModel>
</file>

<file path=ppt/diagrams/data8.xml><?xml version="1.0" encoding="utf-8"?>
<dgm:dataModel xmlns:dgm="http://schemas.openxmlformats.org/drawingml/2006/diagram" xmlns:a="http://schemas.openxmlformats.org/drawingml/2006/main" xmlns:r="http://schemas.openxmlformats.org/officeDocument/2006/relationships">
  <dgm:ptLst>
    <dgm:pt modelId="{doc}" type="doc">
      <dgm:prSet loTypeId="test/pyramid"/>
    </dgm:pt>
    <dgm:pt modelId="{n1}">
      <dgm:prSet/>
      <dgm:spPr/>
      <dgm:t>
        <a:bodyPr/>
        <a:lstStyle/>
        <a:p>
          <a:r>
            <a:rPr lang="en-US"/>
            <a:t>Wide</a:t>
          </a:r>
        </a:p>
      </dgm:t>
    </dgm:pt>
    <dgm:pt modelId="{p1}" type="parTrans" cxnId="{c1}"/>
    <dgm:pt modelId="{s1}" type="sibTrans" cxnId="{c1}"/>
    <dgm:pt modelId="{n2}">
      <dgm:prSet/>
      <dgm:spPr/>
      <dgm:t>
        <a:bodyPr/>
        <a:lstStyle/>
        <a:p>
          <a:r>
            <a:rPr lang="en-US"/>
            <a:t>Narrow</a:t>
          </a:r>
        </a:p>
      </dgm:t>
    </dgm:pt>
    <dgm:pt modelId="{p2}" type="parTrans" cxnId="{c2}"/>
    <dgm:pt modelId="{s2}" type="sibTrans" cxnId="{c2}"/>
  </dgm:ptLst>
  <dgm:cxnLst>
    <dgm:cxn modelId="{c1}" srcId="{doc}" destId="{n1}" srcOrd="0" destOrd="0" parTransId="{p1}" sibTransId="{s1}"/>
    <dgm:cxn modelId="{c2}" srcId="{doc}" destId="{n2}" srcOrd="1" destOrd="0" parTransId="{p2}" sibTransId="{s2}"/>
  </dgm:cxnLst>
  <dgm:bg/>
  <dgm:whole/>
</dgm:dataModel>
</file>

<file path=ppt/diagrams/data9.xml><?xml version="1.0" encoding="utf-8"?>
<dgm:dataModel xmlns:dgm="http://schemas.openxmlformats.org/drawingml/2006/diagram" xmlns:a="http://schemas.openxmlformats.org/drawingml/2006/main" xmlns:r="http://schemas.openxmlformats.org/officeDocument/2006/relationships">
  <dgm:ptLst>
    <dgm:pt modelId="{doc}" type="doc">
      <dgm:prSet loTypeId="test/org"/>
    </dgm:pt>
    <dgm:pt modelId="{n1}">
      <dgm:prSet/>
      <dgm:spPr/>
      <dgm:t>
        <a:bodyPr/>
        <a:lstStyle/>
        <a:p>
          <a:r>
            <a:rPr lang="en-US"/>
            <a:t>Head</a:t>
          </a:r>
        </a:p>
      </dgm:t>
    </dgm:pt>
    <dgm:pt modelId="{p1}" type="parTrans" cxnId="{c1}"/>
    <dgm:pt modelId="{s1}" type="sibTrans" cxnId="{c1}"/>
    <dgm:pt modelId="{n2}">
      <dgm:prSet/>
      <dgm:spPr/>
      <dgm:t>
        <a:bodyPr/>
        <a:lstStyle/>
        <a:p>
          <a:r>
            <a:rPr lang="en-US"/>
            <a:t>Init</a:t>
          </a:r>
        </a:p>
      </dgm:t>
    </dgm:pt>
    <dgm:pt modelId="{p2}" type="parTrans" cxnId="{c2}"/>
    <dgm:pt modelId="{s2}" type="sibTrans" cxnId="{c2}"/>
    <dgm:pt modelId="{n3}">
      <dgm:prSet/>
      <dgm:spPr/>
      <dgm:t>
        <a:bodyPr/>
        <a:lstStyle/>
        <a:p>
          <a:r>
            <a:rPr lang="en-US"/>
            <a:t>i1</a:t>
          </a:r>
        </a:p>
      </dgm:t>
    </dgm:pt>
    <dgm:pt modelId="{p3}" type="parTrans" cxnId="{c3}"/>
    <dgm:pt modelId="{s3}" type="sibTrans" cxnId="{c3}"/>
    <dgm:pt modelId="{n4}">
      <dgm:prSet/>
      <dgm:spPr/>
      <dgm:t>
        <a:bodyPr/>
        <a:lstStyle/>
        <a:p>
          <a:r>
            <a:rPr lang="en-US"/>
            <a:t>i2</a:t>
          </a:r>
        </a:p>
      </dgm:t>
    </dgm:pt>
    <dgm:pt modelId="{p4}" type="parTrans" cxnId="{c4}"/>
    <dgm:pt modelId="{s4}" type="sibTrans" cxnId="{c4}"/>
    <dgm:pt modelId="{n5}">
      <dgm:prSet/>
      <dgm:spPr/>
      <dgm:t>
        <a:bodyPr/>
        <a:lstStyle/>
        <a:p>
          <a:r>
            <a:rPr lang="en-US"/>
            <a:t>i3</a:t>
          </a:r>
        </a:p>
      </dgm:t>
    </dgm:pt>
    <dgm:pt modelId="{p5}" type="parTrans" cxnId="{c5}"/>
    <dgm:pt modelId="{s5}" type="sibTrans" cxnId="{c5}"/>
    <dgm:pt modelId="{n6}">
      <dgm:prSet/>
      <dgm:spPr/>
      <dgm:t>
        <a:bodyPr/>
        <a:lstStyle/>
        <a:p>
          <a:r>
            <a:rPr lang="en-US"/>
            <a:t>Both</a:t>
          </a:r>
        </a:p>
      </dgm:t>
    </dgm:pt>
    <dgm:pt modelId="{p6}" type="parTrans" cxnId="{c6}"/>
    <dgm:pt modelId="{s6}" type="sibTrans" cxnId="{c6}"/>
    <dgm:pt modelId="{r6}" type="pres">
      <dgm:prSet presAssocID="{n6}" presName="root">
        <dgm:presLayoutVars>
          <dgm:hierBranch val="hang"/>
        </dgm:presLayoutVars>
      </dgm:prSet>
    </dgm:pt>
    <dgm:pt modelId="{n7}">
      <dgm:prSet/>
      <dgm:spPr/>
      <dgm:t>
        <a:bodyPr/>
        <a:lstStyle/>
        <a:p>
          <a:r>
            <a:rPr lang="en-US"/>
            <a:t>b1</a:t>
          </a:r>
        </a:p>
      </dgm:t>
    </dgm:pt>
    <dgm:pt modelId="{p7}" type="parTrans" cxnId="{c7}"/>
    <dgm:pt modelId="{s7}" type="sibTrans" cxnId="{c7}"/>
    <dgm:pt modelId="{n8}">
      <dgm:prSet/>
      <dgm:spPr/>
      <dgm:t>
        <a:bodyPr/>
        <a:lstStyle/>
        <a:p>
          <a:r>
            <a:rPr lang="en-US"/>
            <a:t>b2</a:t>
          </a:r>
        </a:p>
      </dgm:t>
    </dgm:pt>
    <dgm:pt modelId="{p8}" type="parTrans" cxnId="{c8}"/>
    <dgm:pt modelId="{s8}" type="sibTrans" cxnId="{c8}"/>
    <dgm:pt modelId="{n9}">
      <dgm:prSet/>
      <dgm:spPr/>
      <dgm:t>
        <a:bodyPr/>
        <a:lstStyle/>
        <a:p>
          <a:r>
            <a:rPr lang="en-US"/>
            <a:t>b3</a:t>
          </a:r>
        </a:p>
      </dgm:t>
    </dgm:pt>
    <dgm:pt modelId="{p9}" type="parTrans" cxnId="{c9}"/>
    <dgm:pt modelId="{s9}" type="sibTrans" cxnId="{c9}"/>
    <dgm:pt modelId="{n10}">
      <dgm:prSet/>
      <dgm:spPr/>
      <dgm:t>
        <a:bodyPr/>
        <a:lstStyle/>
        <a:p>
          <a:r>
            <a:rPr lang="en-US"/>
            <a:t>b4</a:t>
          </a:r>
        </a:p>
      </dgm:t>
    </dgm:pt>
    <dgm:pt modelId="{p10}" type="parTrans" cxnId="{c10}"/>
    <dgm:pt modelId="{s10}" type="sibTrans" cxnId="{c10}"/>
    <dgm:pt modelId="{n11}">
      <dgm:prSet/>
      <dgm:spPr/>
      <dgm:t>
        <a:bodyPr/>
        <a:lstStyle/>
        <a:p>
          <a:r>
            <a:rPr lang="en-US"/>
            <a:t>Right</a:t>
          </a:r>
        </a:p>
      </dgm:t>
    </dgm:pt>
    <dgm:pt modelId="{p11}" type="parTrans" cxnId="{c11}"/>
    <dgm:pt modelId="{s11}" type="sibTrans" cxnId="{c11}"/>
    <dgm:pt modelId="{r11}" type="pres">
      <dgm:prSet presAssocID="{n11}" presName="root">
        <dgm:presLayoutVars>
          <dgm:hierBranch val="r"/>
        </dgm:presLayoutVars>
      </dgm:prSet>
    </dgm:pt>
    <dgm:pt modelId="{n12}">
      <dgm:prSet/>
      <dgm:spPr/>
      <dgm:t>
        <a:bodyPr/>
        <a:lstStyle/>
        <a:p>
          <a:r>
            <a:rPr lang="en-US"/>
            <a:t>r1</a:t>
          </a:r>
        </a:p>
      </dgm:t>
    </dgm:pt>
    <dgm:pt modelId="{p12}" type="parTrans" cxnId="{c12}"/>
    <dgm:pt modelId="{s12}" type="sibTrans" cxnId="{c12}"/>
    <dgm:pt modelId="{n13}">
      <dgm:prSet/>
      <dgm:spPr/>
      <dgm:t>
        <a:bodyPr/>
        <a:lstStyle/>
        <a:p>
          <a:r>
            <a:rPr lang="en-US"/>
            <a:t>r2</a:t>
          </a:r>
        </a:p>
      </dgm:t>
    </dgm:pt>
    <dgm:pt modelId="{p13}" type="parTrans" cxnId="{c13}"/>
    <dgm:pt modelId="{s13}" type="sibTrans" cxnId="{c13}"/>
  </dgm:ptLst>
  <dgm:cxnLst>
    <dgm:cxn modelId="{c1}" srcId="{doc}" destId="{n1}" srcOrd="0" destOrd="0" parTransId="{p1}" sibTransId="{s1}"/>
    <dgm:cxn modelId="{c2}" srcId="{n1}" destId="{n2}" srcOrd="0" destOrd="0" parTransId="{p2}" sibTransId="{s2}"/>
    <dgm:cxn modelId="{c3}" srcId="{n2}" destId="{n3}" srcOrd="0" destOrd="0" parTransId="{p3}" sibTransId="{s3}"/>
    <dgm:cxn modelId="{c4}" srcId="{n2}" destId="{n4}" srcOrd="1" destOrd="0" parTransId="{p4}" sibTransId="{s4}"/>
    <dgm:cxn modelId="{c5}" srcId="{n2}" destId="{n5}" srcOrd="2" destOrd="0" parTransId="{p5}" sibTransId="{s5}"/>
    <dgm:cxn modelId="{c6}" srcId="{n1}" destId="{n6}" srcOrd="1" destOrd="0" parTransId="{p6}" sibTransId="{s6}"/>
    <dgm:cxn modelId="{c7}" srcId="{n6}" destId="{n7}" srcOrd="0" destOrd="0" parTransId="{p7}" sibTransId="{s7}"/>
    <dgm:cxn modelId="{c8}" srcId="{n6}" destId="{n8}" srcOrd="1" destOrd="0" parTransId="{p8}" sibTransId="{s8}"/>
    <dgm:cxn modelId="{c9}" srcId="{n6}" destId="{n9}" srcOrd="2" destOrd="0" parTransId="{p9}" sibTransId="{s9}"/>
    <dgm:cxn modelId="{c10}" srcId="{n6}" destId="{n10}" srcOrd="3" destOrd="0" parTransId="{p10}" sibTransId="{s10}"/>
    <dgm:cxn modelId="{c11}" srcId="{n1}" destId="{n11}" srcOrd="2" destOrd="0" parTransId="{p11}" sibTransId="{s11}"/>
    <dgm:cxn modelId="{c12}" srcId="{n11}" destId="{n12}" srcOrd="0" destOrd="0" parTransId="{p12}" sibTransId="{s12}"/>
    <dgm:cxn modelId="{c13}" srcId="{n11}" destId="{n13}" srcOrd="1" destOrd="0" parTransId="{p13}" sibTransId="{s13}"/>
  </dgm:cxnLst>
  <dgm:bg/>
  <dgm:whole/>
</dgm:dataModel>
</file>

<file path=ppt/diagrams/data10.xml><?xml version="1.0" encoding="utf-8"?>
<dgm:dataModel xmlns:dgm="http://schemas.openxmlformats.org/drawingml/2006/diagram" xmlns:a="http://schemas.openxmlformats.org/drawingml/2006/main" xmlns:r="http://schemas.openxmlformats.org/officeDocument/2006/relationships">
  <dgm:ptLst>
    <dgm:pt modelId="{doc}" type="doc">
      <dgm:prSet loTypeId="test/pictures"/>
    </dgm:pt>
    <dgm:pt modelId="{n1}">
      <dgm:prSet/>
      <dgm:spPr/>
      <dgm:t>
        <a:bodyPr/>
        <a:lstStyle/>
        <a:p>
          <a:r>
            <a:rPr lang="en-US"/>
            <a:t>Pictured</a:t>
          </a:r>
        </a:p>
      </dgm:t>
    </dgm:pt>
    <dgm:pt modelId="{p1}" type="parTrans" cxnId="{c1}"/>
    <dgm:pt modelId="{s1}" type="sibTrans" cxnId="{c1}"/>
    <dgm:pt modelId="{q1}" type="pres">
      <dgm:prSet presAssocID="{n1}" presName="pic"/>
      <dgm:spPr>
        <a:blipFill>
          <a:blip r:embed="rId1"/>
          <a:stretch>
            <a:fillRect/>
          </a:stretch>
        </a:blipFill>
      </dgm:spPr>
    </dgm:pt>
    <dgm:pt modelId="{n2}">
      <dgm:prSet/>
      <dgm:spPr/>
      <dgm:t>
        <a:bodyPr/>
        <a:lstStyle/>
        <a:p>
          <a:r>
            <a:rPr lang="en-US"/>
            <a:t>Placeholder</a:t>
          </a:r>
        </a:p>
      </dgm:t>
    </dgm:pt>
    <dgm:pt modelId="{p2}" type="parTrans" cxnId="{c2}"/>
    <dgm:pt modelId="{s2}" type="sibTrans" cxnId="{c2}"/>
  </dgm:ptLst>
  <dgm:cxnLst>
    <dgm:cxn modelId="{c1}" srcId="{doc}" destId="{n1}" srcOrd="0" destOrd="0" parTransId="{p1}" sibTransId="{s1}"/>
    <dgm:cxn modelId="{c2}" srcId="{doc}" destId="{n2}" srcOrd="1" destOrd="0" parTransId="{p2}" sibTransId="{s2}"/>
  </dgm:cxnLst>
  <dgm:bg/>
  <dgm:whole/>
</dgm:dataModel>
</file>

<file path=ppt/diagrams/data11.xml><?xml version="1.0" encoding="utf-8"?>
<dgm:dataModel xmlns:dgm="http://schemas.openxmlformats.org/drawingml/2006/diagram" xmlns:a="http://schemas.openxmlformats.org/drawingml/2006/main" xmlns:r="http://schemas.openxmlformats.org/officeDocument/2006/relationships">
  <dgm:ptLst>
    <dgm:pt modelId="{doc}" type="doc">
      <dgm:prSet loTypeId="test/curves"/>
    </dgm:pt>
    <dgm:pt modelId="{n1}">
      <dgm:prSet/>
      <dgm:spPr/>
      <dgm:t>
        <a:bodyPr/>
        <a:lstStyle/>
        <a:p>
          <a:r>
            <a:rPr lang="en-US"/>
            <a:t>Plan</a:t>
          </a:r>
        </a:p>
      </dgm:t>
    </dgm:pt>
    <dgm:pt modelId="{p1}" type="parTrans" cxnId="{c1}"/>
    <dgm:pt modelId="{s1}" type="sibTrans" cxnId="{c1}"/>
    <dgm:pt modelId="{n2}">
      <dgm:prSet/>
      <dgm:spPr/>
      <dgm:t>
        <a:bodyPr/>
        <a:lstStyle/>
        <a:p>
          <a:r>
            <a:rPr lang="en-US"/>
            <a:t>Build</a:t>
          </a:r>
        </a:p>
      </dgm:t>
    </dgm:pt>
    <dgm:pt modelId="{p2}" type="parTrans" cxnId="{c2}"/>
    <dgm:pt modelId="{s2}" type="sibTrans" cxnId="{c2}"/>
    <dgm:pt modelId="{n3}">
      <dgm:prSet/>
      <dgm:spPr/>
      <dgm:t>
        <a:bodyPr/>
        <a:lstStyle/>
        <a:p>
          <a:r>
            <a:rPr lang="en-US"/>
            <a:t>Ship</a:t>
          </a:r>
        </a:p>
      </dgm:t>
    </dgm:pt>
    <dgm:pt modelId="{p3}" type="parTrans" cxnId="{c3}"/>
    <dgm:pt modelId="{s3}" type="sibTrans" cxnId="{c3}"/>
  </dgm:ptLst>
  <dgm:cxnLst>
    <dgm:cxn modelId="{c1}" srcId="{doc}" destId="{n1}" srcOrd="0" destOrd="0" parTransId="{p1}" sibTransId="{s1}"/>
    <dgm:cxn modelId="{c2}" srcId="{doc}" destId="{n2}" srcOrd="1" destOrd="0" parTransId="{p2}" sibTransId="{s2}"/>
    <dgm:cxn modelId="{c3}" srcId="{doc}" destId="{n3}" srcOrd="2" destOrd="0" parTransId="{p3}" sibTransId="{s3}"/>
  </dgm:cxnLst>
  <dgm:bg/>
  <dgm:whole/>
</dgm:dataModel>
</file>

<file path=ppt/diagrams/data12.xml><?xml version="1.0" encoding="utf-8"?>
<dgm:dataModel xmlns:dgm="http://schemas.openxmlformats.org/drawingml/2006/diagram" xmlns:a="http://schemas.openxmlformats.org/drawingml/2006/main" xmlns:r="http://schemas.openxmlformats.org/officeDocument/2006/relationships">
  <dgm:ptLst>
    <dgm:pt modelId="{doc}" type="doc">
      <dgm:prSet loTypeId="test/turned"/>
    </dgm:pt>
    <dgm:pt modelId="{n1}">
      <dgm:prSet/>
      <dgm:spPr/>
      <dgm:t>
        <a:bodyPr/>
        <a:lstStyle/>
        <a:p>
          <a:r>
            <a:rPr lang="en-US"/>
            <a:t>Up</a:t>
          </a:r>
        </a:p>
      </dgm:t>
    </dgm:pt>
    <dgm:pt modelId="{p1}" type="parTrans" cxnId="{c1}"/>
    <dgm:pt modelId="{s1}" type="sibTrans" cxnId="{c1}"/>
    <dgm:pt modelId="{n2}">
      <dgm:prSet/>
      <dgm:spPr/>
      <dgm:t>
        <a:bodyPr/>
        <a:lstStyle/>
        <a:p>
          <a:r>
            <a:rPr lang="en-US"/>
            <a:t>Turned</a:t>
          </a:r>
        </a:p>
      </dgm:t>
    </dgm:pt>
    <dgm:pt modelId="{p2}" type="parTrans" cxnId="{c2}"/>
    <dgm:pt modelId="{s2}" type="sibTrans" cxnId="{c2}"/>
  </dgm:ptLst>
  <dgm:cxnLst>
    <dgm:cxn modelId="{c1}" srcId="{doc}" destId="{n1}" srcOrd="0" destOrd="0" parTransId="{p1}" sibTransId="{s1}"/>
    <dgm:cxn modelId="{c2}" srcId="{doc}" destId="{n2}" srcOrd="1" destOrd="0" parTransId="{p2}" sibTransId="{s2}"/>
  </dgm:cxnLst>
  <dgm:bg/>
  <dgm:whole/>
</dgm:dataModel>
</file>

<file path=ppt/diagrams/data13.xml><?xml version="1.0" encoding="utf-8"?>
<dgm:dataModel xmlns:dgm="http://schemas.openxmlformats.org/drawingml/2006/diagram" xmlns:a="http://schemas.openxmlformats.org/drawingml/2006/main" xmlns:r="http://schemas.openxmlformats.org/officeDocument/2006/relationships">
  <dgm:ptLst>
    <dgm:pt modelId="{doc}" type="doc">
      <dgm:prSet loTypeId="test/process"/>
    </dgm:pt>
    <dgm:pt modelId="{n1}">
      <dgm:prSet/>
      <dgm:spPr/>
      <dgm:t>
        <a:bodyPr/>
        <a:lstStyle/>
        <a:p>
          <a:r>
            <a:rPr lang="en-US"/>
            <a:t>Depth</a:t>
          </a:r>
        </a:p>
      </dgm:t>
    </dgm:pt>
    <dgm:pt modelId="{p1}" type="parTrans" cxnId="{c1}"/>
    <dgm:pt modelId="{s1}" type="sibTrans" cxnId="{c1}"/>
    <dgm:pt modelId="{n2}">
      <dgm:prSet/>
      <dgm:spPr/>
      <dgm:t>
        <a:bodyPr/>
        <a:lstStyle/>
        <a:p>
          <a:r>
            <a:rPr lang="en-US"/>
            <a:t>Shadow</a:t>
          </a:r>
        </a:p>
      </dgm:t>
    </dgm:pt>
    <dgm:pt modelId="{p2}" type="parTrans" cxnId="{c2}"/>
    <dgm:pt modelId="{s2}" type="sibTrans" cxnId="{c2}"/>
  </dgm:ptLst>
  <dgm:cxnLst>
    <dgm:cxn modelId="{c1}" srcId="{doc}" destId="{n1}" srcOrd="0" destOrd="0" parTransId="{p1}" sibTransId="{s1}"/>
    <dgm:cxn modelId="{c2}" srcId="{doc}" destId="{n2}" srcOrd="1" destOrd="0" parTransId="{p2}" sibTransId="{s2}"/>
  </dgm:cxnLst>
  <dgm:bg/>
  <dgm:whole/>
</dgm:dataModel>
</file>

<file path=ppt/diagrams/drawing4.xml><?xml version="1.0" encoding="utf-8"?>
<dsp:drawing xmlns:dsp="http://schemas.microsoft.com/office/drawing/2008/diagram" xmlns:dgm="http://schemas.openxmlformats.org/drawingml/2006/diagram" xmlns:a="http://schemas.openxmlformats.org/drawingml/2006/main" xmlns:r="http://schemas.openxmlformats.org/officeDocument/2006/relationships">
  <dsp:spTree>
    <dsp:nvGrpSpPr>
      <dsp:cNvPr id="0" name=""/>
      <dsp:cNvGrpSpPr/>
    </dsp:nvGrpSpPr>
    <dsp:grpSpPr/>
    <dsp:sp modelId="{pr1}">
      <dsp:nvSpPr>
        <dsp:cNvPr id="0" name=""/>
        <dsp:cNvSpPr/>
      </dsp:nvSpPr>
      <dsp:spPr>
        <a:xfrm>
          <a:off x="0" y="0"/>
          <a:ext cx="2000000" cy="1000000"/>
        </a:xfrm>
        <a:prstGeom prst="rect">
          <a:avLst/>
        </a:prstGeom>
        <a:solidFill>
          <a:schemeClr val="accent1"/>
        </a:solidFill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anchor="ctr"/>
        <a:lstStyle/>
        <a:p>
          <a:r>
            <a:rPr lang="en-US" sz="1000"/>
            <a:t>Stale</a:t>
          </a:r>
        </a:p>
      </dsp:txBody>
    </dsp:sp>
  </dsp:spTree>
</dsp:drawing>
</file>

<file path=ppt/diagrams/layout1.xml><?xml version="1.0" encoding="utf-8"?>
<dgm:layoutDef xmlns:dgm="http://schemas.openxmlformats.org/drawingml/2006/diagram" xmlns:a="http://schemas.openxmlformats.org/drawingml/2006/main" xmlns:r="http://schemas.openxmlformats.org/officeDocument/2006/relationships" uniqueId="test/blocks">
  <dgm:layoutNode name="diagram">
    <dgm:varLst>
      <dgm:dir/>
    </dgm:varLst>
    <dgm:alg type="snake">
      <dgm:param type="grDir" val="tL"/>
      <dgm:param type="flowDir" val="row"/>
      <dgm:param type="off" val="ctr"/>
    </dgm:alg>
    <dgm:shape/>
    <dgm:presOf/>
    <dgm:constrLst>
      <dgm:constr type="w" for="ch" forName="node" refType="w"/>
      <dgm:constr type="h" for="ch" forName="node" refType="w" refFor="ch" refForName="node" fact="0.6"/>
      <dgm:constr type="w" for="ch" forName="gap" refType="w" refFor="ch" refForName="node" fact="0.1"/>
      <dgm:constr type="sp" refType="w" refFor="ch" refForName="gap"/>
      <dgm:constr type="primFontSz" for="ch" forName="node" op="equ" val="65"/>
    </dgm:constrLst>
    <dgm:forEach name="nodes" axis="ch" ptType="node">
      <dgm:layoutNode name="node">
        <dgm:alg type="tx"/>
        <dgm:shape type="rect"/>
        <dgm:presOf axis="desOrSelf" ptType="node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gaps" axis="followSib" ptType="sibTrans" cnt="1">
        <dgm:layoutNode name="gap">
          <dgm:alg type="sp"/>
          <dgm:shape/>
          <dgm:presOf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xmlns:r="http://schemas.openxmlformats.org/officeDocument/2006/relationships" uniqueId="test/process">
  <dgm:layoutNode name="diagram">
    <dgm:alg type="lin"/>
    <dgm:shape/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fact="0.4"/>
    </dgm:constrLst>
    <dgm:forEach name="nodes" axis="ch" ptType="node">
      <dgm:layoutNode name="node">
        <dgm:alg type="tx"/>
        <dgm:shape type="roundRect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arrows" axis="followSib" ptType="sibTrans" cnt="1">
        <dgm:layoutNode name="arrow">
          <dgm:alg type="conn"/>
          <dgm:shape type="conn"/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xmlns:r="http://schemas.openxmlformats.org/officeDocument/2006/relationships" uniqueId="test/hierarchy">
  <dgm:layoutNode name="diagram">
    <dgm:alg type="hierChild"/>
    <dgm:shape/>
    <dgm:presOf/>
    <dgm:constrLst>
      <dgm:constr type="w" for="des" forName="box" refType="w"/>
      <dgm:constr type="h" for="des" forName="box" refType="w" refFor="des" refForName="box" fact="0.5"/>
      <dgm:constr type="primFontSz" for="des" forName="box" op="equ" val="65"/>
      <dgm:constr type="sibSp" refType="w" refFor="des" refForName="box" fact="0.2"/>
      <dgm:constr type="sibSp" for="des" forName="kids" refType="w" refFor="des" refForName="box" fact="0.2"/>
      <dgm:constr type="sp" for="des" forName="root" refType="w" refFor="des" refForName="box" fact="0.25"/>
    </dgm:constrLst>
    <dgm:forEach name="each" axis="ch" ptType="node">
      <dgm:forEach name="lines" axis="precedSib" ptType="parTrans" st="-1" cnt="1">
        <dgm:layoutNode name="line">
          <dgm:alg type="conn">
            <dgm:param type="dim" val="1D"/>
            <dgm:param type="endSty" val="noArr"/>
            <dgm:param type="connRout" val="bend"/>
            <dgm:param type="begPts" val="bCtr"/>
            <dgm:param type="endPts" val="tCtr"/>
          </dgm:alg>
          <dgm:shape type="conn" zOrderOff="-99999"/>
          <dgm:presOf axis="self"/>
        </dgm:layoutNode>
      </dgm:forEach>
      <dgm:layoutNode name="root">
        <dgm:alg type="hierRoot"/>
        <dgm:shape/>
        <dgm:presOf/>
        <dgm:layoutNode name="box">
          <dgm:alg type="tx"/>
          <dgm:shape type="rect"/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kids">
          <dgm:alg type="hierChild"/>
          <dgm:shape/>
          <dgm:presOf/>
          <dgm:forEach name="more" ref="each"/>
        </dgm:layoutNode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xmlns:r="http://schemas.openxmlformats.org/officeDocument/2006/relationships" uniqueId="test/process">
  <dgm:layoutNode name="diagram">
    <dgm:alg type="lin"/>
    <dgm:shape/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fact="0.4"/>
    </dgm:constrLst>
    <dgm:forEach name="nodes" axis="ch" ptType="node">
      <dgm:layoutNode name="node">
        <dgm:alg type="tx"/>
        <dgm:shape type="roundRect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arrows" axis="followSib" ptType="sibTrans" cnt="1">
        <dgm:layoutNode name="arrow">
          <dgm:alg type="conn"/>
          <dgm:shape type="conn"/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xmlns:r="http://schemas.openxmlformats.org/officeDocument/2006/relationships" uniqueId="test/cycle">
  <dgm:layoutNode name="diagram">
    <dgm:alg type="cycle">
      <dgm:param type="stAng" val="0"/>
      <dgm:param type="spanAng" val="360"/>
    </dgm:alg>
    <dgm:shape/>
    <dgm:presOf/>
    <dgm:constrLst>
      <dgm:constr type="w" for="ch" ptType="node" refType="w"/>
      <dgm:constr type="h" for="ch" ptType="node" refType="w" refFor="ch" refPtType="node"/>
      <dgm:constr type="sibSp" refType="w" refFor="ch" refPtType="node" fact="0.4"/>
      <dgm:constr type="h" for="ch" ptType="sibTrans" refType="w" refFor="ch" refPtType="node" fact="0.15"/>
      <dgm:constr type="primFontSz" for="ch" ptType="node" op="equ" val="65"/>
    </dgm:constrLst>
    <dgm:forEach name="nodes" axis="ch" ptType="node">
      <dgm:layoutNode name="node">
        <dgm:alg type="tx"/>
        <dgm:shape type="ellipse"/>
        <dgm:presOf axis="desOrSelf" ptType="node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arrows" axis="followSib" ptType="sibTrans" hideLastTrans="0" cnt="1">
        <dgm:layoutNode name="arrow">
          <dgm:alg type="conn"/>
          <dgm:shape type="conn"/>
          <dgm:presOf axis="self"/>
          <dgm:constrLst>
            <dgm:constr type="connDist"/>
            <dgm:constr type="begPad" refType="connDist" fact="0.1"/>
            <dgm:constr type="endPad" refType="connDist" fact="0.1"/>
          </dgm:constrLst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xmlns:r="http://schemas.openxmlformats.org/officeDocument/2006/relationships" uniqueId="test/radial">
  <dgm:layoutNode name="diagram">
    <dgm:alg type="cycle">
      <dgm:param type="stAng" val="0"/>
      <dgm:param type="spanAng" val="360"/>
      <dgm:param type="ctrShpMap" val="fNode"/>
    </dgm:alg>
    <dgm:shape/>
    <dgm:presOf/>
    <dgm:constrLst>
      <dgm:constr type="w" for="ch" forName="centre" refType="w"/>
      <dgm:constr type="w" for="ch" forName="node" refType="w" refFor="ch" refForName="centre" fact="0.6"/>
      <dgm:constr type="sp" refType="w" refFor="ch" refForName="centre" fact="0.25"/>
      <dgm:constr type="sibSp" refType="w" refFor="ch" refForName="node" fact="0.1"/>
      <dgm:constr type="primFontSz" for="ch" forName="node" op="equ" val="65"/>
    </dgm:constrLst>
    <dgm:forEach name="first" axis="ch" ptType="node" cnt="1">
      <dgm:layoutNode name="centre">
        <dgm:alg type="tx"/>
        <dgm:shape type="ellipse"/>
        <dgm:presOf axis="self"/>
        <dgm:constrLst>
          <dgm:constr type="h" refType="w"/>
          <dgm:constr type="primFontSz" val="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kids" axis="ch">
        <dgm:forEach name="lines" axis="self" ptType="parTrans">
          <dgm:layoutNode name="line">
            <dgm:alg type="conn">
              <dgm:param type="dim" val="1D"/>
              <dgm:param type="endSty" val="noArr"/>
            </dgm:alg>
            <dgm:shape type="conn" zOrderOff="-99"/>
            <dgm:presOf axis="self"/>
          </dgm:layoutNode>
        </dgm:forEach>
        <dgm:forEach name="each" axis="self" ptType="node">
          <dgm:layoutNode name="node">
            <dgm:alg type="tx"/>
            <dgm:shape type="ellipse"/>
            <dgm:presOf axis="desOrSelf" ptType="node"/>
            <dgm:constrLst>
              <dgm:constr type="h" refType="w"/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forEach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xmlns:r="http://schemas.openxmlformats.org/officeDocument/2006/relationships" uniqueId="test/pyramid">
  <dgm:layoutNode name="diagram">
    <dgm:alg type="pyra">
      <dgm:param type="linDir" val="fromT"/>
    </dgm:alg>
    <dgm:shape/>
    <dgm:presOf/>
    <dgm:constrLst>
      <dgm:constr type="primFontSz" for="ch" ptType="node" op="equ" val="65"/>
    </dgm:constrLst>
    <dgm:forEach name="levels" axis="ch" ptType="node">
      <dgm:layoutNode name="level">
        <dgm:alg type="tx"/>
        <dgm:shape type="trapezoid"/>
        <dgm:presOf axis="desOrSelf" ptType="node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xmlns:r="http://schemas.openxmlformats.org/officeDocument/2006/relationships" uniqueId="test/pyramid">
  <dgm:layoutNode name="diagram">
    <dgm:alg type="pyra">
      <dgm:param type="linDir" val="fromT"/>
    </dgm:alg>
    <dgm:shape/>
    <dgm:presOf/>
    <dgm:constrLst>
      <dgm:constr type="primFontSz" for="ch" ptType="node" op="equ" val="65"/>
    </dgm:constrLst>
    <dgm:forEach name="levels" axis="ch" ptType="node">
      <dgm:layoutNode name="level">
        <dgm:alg type="tx"/>
        <dgm:shape type="trapezoid" rot="180"/>
        <dgm:presOf axis="desOrSelf" ptType="node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xmlns:r="http://schemas.openxmlformats.org/officeDocument/2006/relationships" uniqueId="test/org">
  <dgm:layoutNode name="diagram">
    <dgm:alg type="hierChild"/>
    <dgm:shape/>
    <dgm:presOf/>
    <dgm:constrLst>
      <dgm:constr type="w" for="des" forName="comp" refType="w"/>
      <dgm:constr type="h" for="des" forName="comp" refType="w" refFor="des" refForName="comp" fact="0.5"/>
      <dgm:constr type="primFontSz" for="des" ptType="node" op="equ" val="65"/>
      <dgm:constr type="sp" for="des" forName="root" refType="w" refFor="des" refForName="comp" fact="0.2"/>
      <dgm:constr type="sibSp" refType="w" refFor="des" refForName="comp" fact="0.2"/>
      <dgm:constr type="sibSp" for="des" forName="kids" refType="sibSp"/>
      <dgm:constr type="secSibSp" refType="w" refFor="des" refForName="comp" fact="0.2"/>
      <dgm:constr type="secSibSp" for="des" forName="kids" refType="secSibSp"/>
    </dgm:constrLst>
    <dgm:forEach name="each" axis="ch" ptType="node">
      <dgm:forEach name="lines" axis="precedSib" ptType="parTrans" st="-1" cnt="1">
        <dgm:layoutNode name="line">
          <dgm:choose name="b">
            <dgm:if name="bstd" func="var" arg="hierBranch" op="equ" val="std">
              <dgm:alg type="conn">
                <dgm:param type="connRout" val="bend"/>
                <dgm:param type="dim" val="1D"/>
                <dgm:param type="endSty" val="noArr"/>
                <dgm:param type="begPts" val="bCtr"/>
                <dgm:param type="endPts" val="tCtr"/>
              </dgm:alg>
            </dgm:if>
            <dgm:if name="binit" func="var" arg="hierBranch" op="equ" val="init">
              <dgm:choose name="d">
                <dgm:if name="d1" axis="self" func="depth" op="lte" val="2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tCtr"/>
                  </dgm:alg>
                </dgm:if>
                <dgm:else name="d2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  <dgm:param type="srcNode" val="conn"/>
                  </dgm:alg>
                </dgm:else>
              </dgm:choose>
            </dgm:if>
            <dgm:if name="br" func="var" arg="hierBranch" op="equ" val="r">
              <dgm:alg type="conn">
                <dgm:param type="connRout" val="bend"/>
                <dgm:param type="dim" val="1D"/>
                <dgm:param type="endSty" val="noArr"/>
                <dgm:param type="begPts" val="bCtr"/>
                <dgm:param type="endPts" val="midL midR"/>
                <dgm:param type="srcNode" val="conn"/>
              </dgm:alg>
            </dgm:if>
            <dgm:else name="bx">
              <dgm:alg type="conn">
                <dgm:param type="connRout" val="bend"/>
                <dgm:param type="dim" val="1D"/>
                <dgm:param type="endSty" val="noArr"/>
                <dgm:param type="begPts" val="bCtr"/>
                <dgm:param type="endPts" val="midL midR"/>
              </dgm:alg>
            </dgm:else>
          </dgm:choose>
          <dgm:shape type="conn" zOrderOff="-99999"/>
          <dgm:presOf axis="self"/>
        </dgm:layoutNode>
      </dgm:forEach>
      <dgm:layoutNode name="root">
        <dgm:varLst>
          <dgm:hierBranch val="init"/>
        </dgm:varLst>
        <dgm:choose name="b">
          <dgm:if name="br" func="var" arg="hierBranch" op="equ" val="r">
            <dgm:alg type="hierRoot">
              <dgm:param type="hierAlign" val="tL"/>
            </dgm:alg>
            <dgm:constrLst>
              <dgm:constr type="alignOff" val="0.25"/>
            </dgm:constrLst>
          </dgm:if>
          <dgm:else name="bx">
            <dgm:alg type="hierRoot"/>
          </dgm:else>
        </dgm:choose>
        <dgm:shape/>
        <dgm:presOf/>
        <dgm:layoutNode name="comp">
          <dgm:alg type="composite"/>
          <dgm:shape/>
          <dgm:presOf axis="self" ptType="node" cnt="1"/>
          <dgm:choose name="b">
            <dgm:if name="binit" func="var" arg="hierBranch" op="equ" val="init">
              <dgm:constrLst>
                <dgm:constr type="l" for="ch" forName="box"/>
                <dgm:constr type="t" for="ch" forName="box"/>
                <dgm:constr type="w" for="ch" forName="box" refType="w"/>
                <dgm:constr type="h" for="ch" forName="box" refType="h"/>
                <dgm:constr type="l" for="ch" forName="conn"/>
                <dgm:constr type="t" for="ch" forName="conn"/>
                <dgm:constr type="w" for="ch" forName="conn" refType="w" fact="0.2"/>
                <dgm:constr type="h" for="ch" forName="conn" refType="h"/>
              </dgm:constrLst>
            </dgm:if>
            <dgm:if name="br" func="var" arg="hierBranch" op="equ" val="r">
              <dgm:constrLst>
                <dgm:constr type="l" for="ch" forName="box"/>
                <dgm:constr type="t" for="ch" forName="box"/>
                <dgm:constr type="w" for="ch" forName="box" refType="w"/>
                <dgm:constr type="h" for="ch" forName="box" refType="h"/>
                <dgm:constr type="l" for="ch" forName="conn"/>
                <dgm:constr type="t" for="ch" forName="conn"/>
                <dgm:constr type="w" for="ch" forName="conn" refType="w" fact="0.2"/>
                <dgm:constr type="h" for="ch" forName="conn" refType="h"/>
              </dgm:constrLst>
            </dgm:if>
            <dgm:else name="bx">
              <dgm:constrLst>
                <dgm:constr type="l" for="ch" forName="box"/>
                <dgm:constr type="t" for="ch" forName="box"/>
                <dgm:constr type="w" for="ch" forName="box" refType="w"/>
                <dgm:constr type="h" for="ch" forName="box" refType="h"/>
                <dgm:constr type="r" for="ch" forName="conn" refType="w"/>
                <dgm:constr type="t" for="ch" forName="conn"/>
                <dgm:constr type="w" for="ch" forName="conn" refType="w" fact="0.2"/>
                <dgm:constr type="h" for="ch" forName="conn" refType="h"/>
              </dgm:constrLst>
            </dgm:else>
          </dgm:choose>
          <dgm:layoutNode name="box">
            <dgm:alg type="tx"/>
            <dgm:shape type="rect"/>
            <dgm:presOf axis="self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  <dgm:layoutNode name="conn">
            <dgm:alg type="sp"/>
            <dgm:shape type="rect" hideGeom="1"/>
            <dgm:presOf/>
          </dgm:layoutNode>
        </dgm:layoutNode>
        <dgm:layoutNode name="kids">
          <dgm:choose name="b">
            <dgm:if name="bhang" func="var" arg="hierBranch" op="equ" val="hang">
              <dgm:alg type="hierChild">
                <dgm:param type="chAlign" val="l"/>
                <dgm:param type="linDir" val="fromL"/>
                <dgm:param type="secChAlign" val="t"/>
                <dgm:param type="secLinDir" val="fromT"/>
              </dgm:alg>
            </dgm:if>
            <dgm:if name="br" func="var" arg="hierBranch" op="equ" val="r">
              <dgm:alg type="hierChild">
                <dgm:param type="chAlign" val="l"/>
                <dgm:param type="linDir" val="fromT"/>
              </dgm:alg>
            </dgm:if>
            <dgm:else name="bx">
              <dgm:alg type="hierChild"/>
            </dgm:else>
          </dgm:choose>
          <dgm:shape/>
          <dgm:presOf/>
          <dgm:forEach name="more" ref="each"/>
        </dgm:layoutNode>
      </dgm:layoutNod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xmlns:r="http://schemas.openxmlformats.org/officeDocument/2006/relationships" uniqueId="test/pictures">
  <dgm:layoutNode name="diagram">
    <dgm:alg type="lin">
      <dgm:param type="linDir" val="fromT"/>
    </dgm:alg>
    <dgm:shape/>
    <dgm:presOf/>
    <dgm:constrLst>
      <dgm:constr type="w" for="ch" forName="item" refType="w"/>
      <dgm:constr type="h" for="ch" forName="item" refType="h" fact="0.4"/>
      <dgm:constr type="sp" refType="h" refFor="ch" refForName="item" fact="0.2"/>
      <dgm:constr type="primFontSz" for="des" forName="txt" op="equ" val="65"/>
    </dgm:constrLst>
    <dgm:forEach name="items" axis="ch" ptType="node">
      <dgm:layoutNode name="item">
        <dgm:alg type="composite"/>
        <dgm:shape/>
        <dgm:presOf/>
        <dgm:constrLst>
          <dgm:constr type="l" for="ch" forName="pic"/>
          <dgm:constr type="t" for="ch" forName="pic"/>
          <dgm:constr type="h" for="ch" forName="pic" refType="h"/>
          <dgm:constr type="w" for="ch" forName="pic" refType="h" refFor="ch" refForName="pic"/>
          <dgm:constr type="l" for="ch" forName="txt" refType="r" refFor="ch" refForName="pic"/>
          <dgm:constr type="ctrY" for="ch" forName="txt" refType="ctrY" refFor="ch" refForName="pic"/>
          <dgm:constr type="h" for="ch" forName="txt" refType="h" fact="0.5"/>
        </dgm:constrLst>
        <dgm:layoutNode name="pic" styleLbl="node1">
          <dgm:alg type="sp"/>
          <dgm:shape type="ellipse" blipPhldr="1"/>
          <dgm:presOf/>
        </dgm:layoutNode>
        <dgm:layoutNode name="txt">
          <dgm:alg type="tx"/>
          <dgm:shape type="rect"/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xmlns:r="http://schemas.openxmlformats.org/officeDocument/2006/relationships" uniqueId="test/curves">
  <dgm:layoutNode name="diagram">
    <dgm:alg type="lin"/>
    <dgm:shape/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fact="0.4"/>
    </dgm:constrLst>
    <dgm:forEach name="nodes" axis="ch" ptType="node">
      <dgm:layoutNode name="node">
        <dgm:alg type="tx"/>
        <dgm:shape type="roundRect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arrows" axis="followSib" ptType="sibTrans" cnt="1">
        <dgm:layoutNode name="arrow">
          <dgm:alg type="conn">
            <dgm:param type="connRout" val="curve"/>
          </dgm:alg>
          <dgm:shape type="conn"/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</dgm:layoutNode>
      </dgm:forEach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xmlns:r="http://schemas.openxmlformats.org/officeDocument/2006/relationships" uniqueId="test/turned">
  <dgm:layoutNode name="diagram">
    <dgm:alg type="lin"/>
    <dgm:shape/>
    <dgm:presOf/>
    <dgm:constrLst>
      <dgm:constr type="w" for="ch" forName="label" refType="h"/>
      <dgm:constr type="h" for="ch" forName="label" refType="h" fact="0.25"/>
      <dgm:constr type="w" for="ch" forName="gap" refType="h" refFor="ch" refForName="label" fact="2"/>
      <dgm:constr type="primFontSz" for="ch" forName="label" op="equ" val="65"/>
    </dgm:constrLst>
    <dgm:forEach name="labels" axis="ch" ptType="node">
      <dgm:layoutNode name="label">
        <dgm:alg type="tx">
          <dgm:param type="autoTxRot" val="grav"/>
          <dgm:param type="txAnchorHorz" val="ctr"/>
          <dgm:param type="parTxLTRAlign" val="l"/>
        </dgm:alg>
        <dgm:shape type="rect" rot="270"/>
        <dgm:presOf axis="desOrSelf" ptType="node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gaps" axis="followSib" ptType="sibTrans" cnt="1">
        <dgm:layoutNode name="gap">
          <dgm:alg type="sp"/>
          <dgm:shape/>
          <dgm:presOf/>
        </dgm:layoutNode>
      </dgm:forEach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xmlns:r="http://schemas.openxmlformats.org/officeDocument/2006/relationships" uniqueId="test/process">
  <dgm:layoutNode name="diagram">
    <dgm:alg type="lin"/>
    <dgm:shape/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fact="0.4"/>
    </dgm:constrLst>
    <dgm:forEach name="nodes" axis="ch" ptType="node">
      <dgm:layoutNode name="node">
        <dgm:alg type="tx"/>
        <dgm:shape type="roundRect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arrows" axis="followSib" ptType="sibTrans" cnt="1">
        <dgm:layoutNode name="arrow">
          <dgm:alg type="conn"/>
          <dgm:shape type="conn"/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xmlns:r="http://schemas.openxmlformats.org/officeDocument/2006/relationships" uniqueId="test/style">
  <dgm:styleLbl name="node1"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2D1"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xmlns:r="http://schemas.openxmlformats.org/officeDocument/2006/relationships" uniqueId="test/style">
  <dgm:styleLbl name="node1"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2D1"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xmlns:r="http://schemas.openxmlformats.org/officeDocument/2006/relationships" uniqueId="test/style">
  <dgm:styleLbl name="node1"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2D1"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xmlns:r="http://schemas.openxmlformats.org/officeDocument/2006/relationships" uniqueId="test/style">
  <dgm:styleLbl name="node1"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2D1"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xmlns:r="http://schemas.openxmlformats.org/officeDocument/2006/relationships" uniqueId="test/style">
  <dgm:styleLbl name="node1"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2D1"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xmlns:r="http://schemas.openxmlformats.org/officeDocument/2006/relationships" uniqueId="test/style">
  <dgm:styleLbl name="node1"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2D1"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xmlns:r="http://schemas.openxmlformats.org/officeDocument/2006/relationships" uniqueId="test/style">
  <dgm:styleLbl name="node1"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2D1"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xmlns:r="http://schemas.openxmlformats.org/officeDocument/2006/relationships" uniqueId="test/style">
  <dgm:styleLbl name="node1"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2D1"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xmlns:r="http://schemas.openxmlformats.org/officeDocument/2006/relationships" uniqueId="test/style">
  <dgm:styleLbl name="node1"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2D1"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xmlns:r="http://schemas.openxmlformats.org/officeDocument/2006/relationships" uniqueId="test/style">
  <dgm:styleLbl name="node1"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2D1"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xmlns:r="http://schemas.openxmlformats.org/officeDocument/2006/relationships" uniqueId="test/style">
  <dgm:styleLbl name="node1"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2D1"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xmlns:r="http://schemas.openxmlformats.org/officeDocument/2006/relationships" uniqueId="test/style">
  <dgm:styleLbl name="node1"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2D1"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xmlns:r="http://schemas.openxmlformats.org/officeDocument/2006/relationships" uniqueId="test/style3d">
  <dgm:styleLbl name="node1">
    <dgm:scene3d>
      <a:camera prst="orthographicFront"/>
      <a:lightRig rig="threePt" dir="t"/>
    </dgm:scene3d>
    <dgm:sp3d>
      <a:bevelT w="63500" h="25400"/>
    </dgm:sp3d>
    <dgm:style>
      <a:lnRef idx="0">
        <a:scrgbClr r="0" g="0" b="0"/>
      </a:lnRef>
      <a:fillRef idx="2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2D1"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diagramData" Target="../diagrams/data1.xml"/><Relationship Id="rId3" Type="http://schemas.openxmlformats.org/officeDocument/2006/relationships/diagramLayout" Target="../diagrams/layout1.xml"/><Relationship Id="rId4" Type="http://schemas.openxmlformats.org/officeDocument/2006/relationships/diagramQuickStyle" Target="../diagrams/quickStyle1.xml"/><Relationship Id="rId5" Type="http://schemas.openxmlformats.org/officeDocument/2006/relationships/diagramColors" Target="../diagrams/colors1.xml"/><Relationship Id="rId6" Type="http://schemas.openxmlformats.org/officeDocument/2006/relationships/diagramDrawing" Target="../diagrams/drawing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diagramData" Target="../diagrams/data2.xml"/><Relationship Id="rId3" Type="http://schemas.openxmlformats.org/officeDocument/2006/relationships/diagramLayout" Target="../diagrams/layout2.xml"/><Relationship Id="rId4" Type="http://schemas.openxmlformats.org/officeDocument/2006/relationships/diagramQuickStyle" Target="../diagrams/quickStyle2.xml"/><Relationship Id="rId5" Type="http://schemas.openxmlformats.org/officeDocument/2006/relationships/diagramColors" Target="../diagrams/colors2.xml"/><Relationship Id="rId6" Type="http://schemas.openxmlformats.org/officeDocument/2006/relationships/diagramDrawing" Target="../diagrams/drawing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diagramData" Target="../diagrams/data3.xml"/><Relationship Id="rId3" Type="http://schemas.openxmlformats.org/officeDocument/2006/relationships/diagramLayout" Target="../diagrams/layout3.xml"/><Relationship Id="rId4" Type="http://schemas.openxmlformats.org/officeDocument/2006/relationships/diagramQuickStyle" Target="../diagrams/quickStyle3.xml"/><Relationship Id="rId5" Type="http://schemas.openxmlformats.org/officeDocument/2006/relationships/diagramColors" Target="../diagrams/colors3.xml"/><Relationship Id="rId6" Type="http://schemas.openxmlformats.org/officeDocument/2006/relationships/diagramDrawing" Target="../diagrams/drawing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diagramData" Target="../diagrams/data4.xml"/><Relationship Id="rId3" Type="http://schemas.openxmlformats.org/officeDocument/2006/relationships/diagramLayout" Target="../diagrams/layout4.xml"/><Relationship Id="rId4" Type="http://schemas.openxmlformats.org/officeDocument/2006/relationships/diagramQuickStyle" Target="../diagrams/quickStyle4.xml"/><Relationship Id="rId5" Type="http://schemas.openxmlformats.org/officeDocument/2006/relationships/diagramColors" Target="../diagrams/colors4.xml"/><Relationship Id="rId6" Type="http://schemas.openxmlformats.org/officeDocument/2006/relationships/diagramDrawing" Target="../diagrams/drawing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diagramData" Target="../diagrams/data5.xml"/><Relationship Id="rId3" Type="http://schemas.openxmlformats.org/officeDocument/2006/relationships/diagramLayout" Target="../diagrams/layout5.xml"/><Relationship Id="rId4" Type="http://schemas.openxmlformats.org/officeDocument/2006/relationships/diagramQuickStyle" Target="../diagrams/quickStyle5.xml"/><Relationship Id="rId5" Type="http://schemas.openxmlformats.org/officeDocument/2006/relationships/diagramColors" Target="../diagrams/colors5.xml"/><Relationship Id="rId6" Type="http://schemas.openxmlformats.org/officeDocument/2006/relationships/diagramDrawing" Target="../diagrams/drawing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diagramData" Target="../diagrams/data6.xml"/><Relationship Id="rId3" Type="http://schemas.openxmlformats.org/officeDocument/2006/relationships/diagramLayout" Target="../diagrams/layout6.xml"/><Relationship Id="rId4" Type="http://schemas.openxmlformats.org/officeDocument/2006/relationships/diagramQuickStyle" Target="../diagrams/quickStyle6.xml"/><Relationship Id="rId5" Type="http://schemas.openxmlformats.org/officeDocument/2006/relationships/diagramColors" Target="../diagrams/colors6.xml"/><Relationship Id="rId6" Type="http://schemas.openxmlformats.org/officeDocument/2006/relationships/diagramDrawing" Target="../diagrams/drawing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diagramData" Target="../diagrams/data7.xml"/><Relationship Id="rId3" Type="http://schemas.openxmlformats.org/officeDocument/2006/relationships/diagramLayout" Target="../diagrams/layout7.xml"/><Relationship Id="rId4" Type="http://schemas.openxmlformats.org/officeDocument/2006/relationships/diagramQuickStyle" Target="../diagrams/quickStyle7.xml"/><Relationship Id="rId5" Type="http://schemas.openxmlformats.org/officeDocument/2006/relationships/diagramColors" Target="../diagrams/colors7.xml"/><Relationship Id="rId6" Type="http://schemas.openxmlformats.org/officeDocument/2006/relationships/diagramDrawing" Target="../diagrams/drawing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diagramData" Target="../diagrams/data8.xml"/><Relationship Id="rId3" Type="http://schemas.openxmlformats.org/officeDocument/2006/relationships/diagramLayout" Target="../diagrams/layout8.xml"/><Relationship Id="rId4" Type="http://schemas.openxmlformats.org/officeDocument/2006/relationships/diagramQuickStyle" Target="../diagrams/quickStyle8.xml"/><Relationship Id="rId5" Type="http://schemas.openxmlformats.org/officeDocument/2006/relationships/diagramColors" Target="../diagrams/colors8.xml"/><Relationship Id="rId6" Type="http://schemas.openxmlformats.org/officeDocument/2006/relationships/diagramDrawing" Target="../diagrams/drawing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diagramData" Target="../diagrams/data9.xml"/><Relationship Id="rId3" Type="http://schemas.openxmlformats.org/officeDocument/2006/relationships/diagramLayout" Target="../diagrams/layout9.xml"/><Relationship Id="rId4" Type="http://schemas.openxmlformats.org/officeDocument/2006/relationships/diagramQuickStyle" Target="../diagrams/quickStyle9.xml"/><Relationship Id="rId5" Type="http://schemas.openxmlformats.org/officeDocument/2006/relationships/diagramColors" Target="../diagrams/colors9.xml"/><Relationship Id="rId6" Type="http://schemas.openxmlformats.org/officeDocument/2006/relationships/diagramDrawing" Target="../diagrams/drawing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diagramData" Target="../diagrams/data10.xml"/><Relationship Id="rId3" Type="http://schemas.openxmlformats.org/officeDocument/2006/relationships/diagramLayout" Target="../diagrams/layout10.xml"/><Relationship Id="rId4" Type="http://schemas.openxmlformats.org/officeDocument/2006/relationships/diagramQuickStyle" Target="../diagrams/quickStyle10.xml"/><Relationship Id="rId5" Type="http://schemas.openxmlformats.org/officeDocument/2006/relationships/diagramColors" Target="../diagrams/colors10.xml"/><Relationship Id="rId6" Type="http://schemas.openxmlformats.org/officeDocument/2006/relationships/diagramDrawing" Target="../diagrams/drawing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diagramData" Target="../diagrams/data11.xml"/><Relationship Id="rId3" Type="http://schemas.openxmlformats.org/officeDocument/2006/relationships/diagramLayout" Target="../diagrams/layout11.xml"/><Relationship Id="rId4" Type="http://schemas.openxmlformats.org/officeDocument/2006/relationships/diagramQuickStyle" Target="../diagrams/quickStyle11.xml"/><Relationship Id="rId5" Type="http://schemas.openxmlformats.org/officeDocument/2006/relationships/diagramColors" Target="../diagrams/colors11.xml"/><Relationship Id="rId6" Type="http://schemas.openxmlformats.org/officeDocument/2006/relationships/diagramDrawing" Target="../diagrams/drawing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diagramData" Target="../diagrams/data12.xml"/><Relationship Id="rId3" Type="http://schemas.openxmlformats.org/officeDocument/2006/relationships/diagramLayout" Target="../diagrams/layout12.xml"/><Relationship Id="rId4" Type="http://schemas.openxmlformats.org/officeDocument/2006/relationships/diagramQuickStyle" Target="../diagrams/quickStyle12.xml"/><Relationship Id="rId5" Type="http://schemas.openxmlformats.org/officeDocument/2006/relationships/diagramColors" Target="../diagrams/colors12.xml"/><Relationship Id="rId6" Type="http://schemas.openxmlformats.org/officeDocument/2006/relationships/diagramDrawing" Target="../diagrams/drawing12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diagramData" Target="../diagrams/data13.xml"/><Relationship Id="rId3" Type="http://schemas.openxmlformats.org/officeDocument/2006/relationships/diagramLayout" Target="../diagrams/layout13.xml"/><Relationship Id="rId4" Type="http://schemas.openxmlformats.org/officeDocument/2006/relationships/diagramQuickStyle" Target="../diagrams/quickStyle13.xml"/><Relationship Id="rId5" Type="http://schemas.openxmlformats.org/officeDocument/2006/relationships/diagramColors" Target="../diagrams/colors13.xml"/><Relationship Id="rId6" Type="http://schemas.openxmlformats.org/officeDocument/2006/relationships/diagramDrawing" Target="../diagrams/drawing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2" name="Diagram 1"/>
          <p:cNvGraphicFramePr/>
          <p:nvPr/>
        </p:nvGraphicFramePr>
        <p:xfrm>
          <a:off x="1524000" y="571500"/>
          <a:ext cx="6096000" cy="4000500"/>
        </p:xfrm>
        <a:graphic>
          <a:graphicData uri="http://schemas.openxmlformats.org/drawingml/2006/diagram">
            <dgm:relIds xmlns:dgm="http://schemas.openxmlformats.org/drawingml/2006/diagram" r:dm="rId2" r:lo="rId3" r:qs="rId4" r:cs="rId5"/>
          </a:graphicData>
        </a:graphic>
      </p:graphicFrame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2" name="Diagram 2"/>
          <p:cNvGraphicFramePr/>
          <p:nvPr/>
        </p:nvGraphicFramePr>
        <p:xfrm>
          <a:off x="1524000" y="571500"/>
          <a:ext cx="6096000" cy="4000500"/>
        </p:xfrm>
        <a:graphic>
          <a:graphicData uri="http://schemas.openxmlformats.org/drawingml/2006/diagram">
            <dgm:relIds xmlns:dgm="http://schemas.openxmlformats.org/drawingml/2006/diagram" r:dm="rId2" r:lo="rId3" r:qs="rId4" r:cs="rId5"/>
          </a:graphicData>
        </a:graphic>
      </p:graphicFrame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2" name="Diagram 3"/>
          <p:cNvGraphicFramePr/>
          <p:nvPr/>
        </p:nvGraphicFramePr>
        <p:xfrm>
          <a:off x="1524000" y="571500"/>
          <a:ext cx="6096000" cy="4000500"/>
        </p:xfrm>
        <a:graphic>
          <a:graphicData uri="http://schemas.openxmlformats.org/drawingml/2006/diagram">
            <dgm:relIds xmlns:dgm="http://schemas.openxmlformats.org/drawingml/2006/diagram" r:dm="rId2" r:lo="rId3" r:qs="rId4" r:cs="rId5"/>
          </a:graphicData>
        </a:graphic>
      </p:graphicFrame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2" name="Diagram 4"/>
          <p:cNvGraphicFramePr/>
          <p:nvPr/>
        </p:nvGraphicFramePr>
        <p:xfrm>
          <a:off x="1524000" y="571500"/>
          <a:ext cx="6096000" cy="4000500"/>
        </p:xfrm>
        <a:graphic>
          <a:graphicData uri="http://schemas.openxmlformats.org/drawingml/2006/diagram">
            <dgm:relIds xmlns:dgm="http://schemas.openxmlformats.org/drawingml/2006/diagram" r:dm="rId2" r:lo="rId3" r:qs="rId4" r:cs="rId5"/>
          </a:graphicData>
        </a:graphic>
      </p:graphicFrame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2" name="Diagram 5"/>
          <p:cNvGraphicFramePr/>
          <p:nvPr/>
        </p:nvGraphicFramePr>
        <p:xfrm>
          <a:off x="1524000" y="571500"/>
          <a:ext cx="6096000" cy="4000500"/>
        </p:xfrm>
        <a:graphic>
          <a:graphicData uri="http://schemas.openxmlformats.org/drawingml/2006/diagram">
            <dgm:relIds xmlns:dgm="http://schemas.openxmlformats.org/drawingml/2006/diagram" r:dm="rId2" r:lo="rId3" r:qs="rId4" r:cs="rId5"/>
          </a:graphicData>
        </a:graphic>
      </p:graphicFrame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2" name="Diagram 6"/>
          <p:cNvGraphicFramePr/>
          <p:nvPr/>
        </p:nvGraphicFramePr>
        <p:xfrm>
          <a:off x="1524000" y="571500"/>
          <a:ext cx="6096000" cy="4000500"/>
        </p:xfrm>
        <a:graphic>
          <a:graphicData uri="http://schemas.openxmlformats.org/drawingml/2006/diagram">
            <dgm:relIds xmlns:dgm="http://schemas.openxmlformats.org/drawingml/2006/diagram" r:dm="rId2" r:lo="rId3" r:qs="rId4" r:cs="rId5"/>
          </a:graphicData>
        </a:graphic>
      </p:graphicFrame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2" name="Diagram 7"/>
          <p:cNvGraphicFramePr/>
          <p:nvPr/>
        </p:nvGraphicFramePr>
        <p:xfrm>
          <a:off x="1524000" y="571500"/>
          <a:ext cx="6096000" cy="4000500"/>
        </p:xfrm>
        <a:graphic>
          <a:graphicData uri="http://schemas.openxmlformats.org/drawingml/2006/diagram">
            <dgm:relIds xmlns:dgm="http://schemas.openxmlformats.org/drawingml/2006/diagram" r:dm="rId2" r:lo="rId3" r:qs="rId4" r:cs="rId5"/>
          </a:graphicData>
        </a:graphic>
      </p:graphicFrame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2" name="Diagram 8"/>
          <p:cNvGraphicFramePr/>
          <p:nvPr/>
        </p:nvGraphicFramePr>
        <p:xfrm>
          <a:off x="1524000" y="571500"/>
          <a:ext cx="6096000" cy="4000500"/>
        </p:xfrm>
        <a:graphic>
          <a:graphicData uri="http://schemas.openxmlformats.org/drawingml/2006/diagram">
            <dgm:relIds xmlns:dgm="http://schemas.openxmlformats.org/drawingml/2006/diagram" r:dm="rId2" r:lo="rId3" r:qs="rId4" r:cs="rId5"/>
          </a:graphicData>
        </a:graphic>
      </p:graphicFrame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2" name="Diagram 9"/>
          <p:cNvGraphicFramePr/>
          <p:nvPr/>
        </p:nvGraphicFramePr>
        <p:xfrm>
          <a:off x="1524000" y="571500"/>
          <a:ext cx="6096000" cy="4000500"/>
        </p:xfrm>
        <a:graphic>
          <a:graphicData uri="http://schemas.openxmlformats.org/drawingml/2006/diagram">
            <dgm:relIds xmlns:dgm="http://schemas.openxmlformats.org/drawingml/2006/diagram" r:dm="rId2" r:lo="rId3" r:qs="rId4" r:cs="rId5"/>
          </a:graphicData>
        </a:graphic>
      </p:graphicFrame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2" name="Diagram 10"/>
          <p:cNvGraphicFramePr/>
          <p:nvPr/>
        </p:nvGraphicFramePr>
        <p:xfrm>
          <a:off x="1524000" y="571500"/>
          <a:ext cx="6096000" cy="4000500"/>
        </p:xfrm>
        <a:graphic>
          <a:graphicData uri="http://schemas.openxmlformats.org/drawingml/2006/diagram">
            <dgm:relIds xmlns:dgm="http://schemas.openxmlformats.org/drawingml/2006/diagram" r:dm="rId2" r:lo="rId3" r:qs="rId4" r:cs="rId5"/>
          </a:graphicData>
        </a:graphic>
      </p:graphicFrame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2" name="Diagram 11"/>
          <p:cNvGraphicFramePr/>
          <p:nvPr/>
        </p:nvGraphicFramePr>
        <p:xfrm>
          <a:off x="1524000" y="571500"/>
          <a:ext cx="6096000" cy="4000500"/>
        </p:xfrm>
        <a:graphic>
          <a:graphicData uri="http://schemas.openxmlformats.org/drawingml/2006/diagram">
            <dgm:relIds xmlns:dgm="http://schemas.openxmlformats.org/drawingml/2006/diagram" r:dm="rId2" r:lo="rId3" r:qs="rId4" r:cs="rId5"/>
          </a:graphicData>
        </a:graphic>
      </p:graphicFrame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2" name="Diagram 12"/>
          <p:cNvGraphicFramePr/>
          <p:nvPr/>
        </p:nvGraphicFramePr>
        <p:xfrm>
          <a:off x="1524000" y="571500"/>
          <a:ext cx="6096000" cy="4000500"/>
        </p:xfrm>
        <a:graphic>
          <a:graphicData uri="http://schemas.openxmlformats.org/drawingml/2006/diagram">
            <dgm:relIds xmlns:dgm="http://schemas.openxmlformats.org/drawingml/2006/diagram" r:dm="rId2" r:lo="rId3" r:qs="rId4" r:cs="rId5"/>
          </a:graphicData>
        </a:graphic>
      </p:graphicFrame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2" name="Diagram 13"/>
          <p:cNvGraphicFramePr/>
          <p:nvPr/>
        </p:nvGraphicFramePr>
        <p:xfrm>
          <a:off x="1524000" y="571500"/>
          <a:ext cx="6096000" cy="4000500"/>
        </p:xfrm>
        <a:graphic>
          <a:graphicData uri="http://schemas.openxmlformats.org/drawingml/2006/diagram">
            <dgm:relIds xmlns:dgm="http://schemas.openxmlformats.org/drawingml/2006/diagram" r:dm="rId2" r:lo="rId3" r:qs="rId4" r:cs="rId5"/>
          </a:graphicData>
        </a:graphic>
      </p:graphicFrame>
    </p:spTree>
  </p:cSld>
</p:sld>
</file>

<file path=ppt/theme/theme1.xml><?xml version="1.0" encoding="utf-8"?>
<a:theme xmlns:a="http://schemas.openxmlformats.org/drawingml/2006/main" name="T">
  <a:themeElements>
    <a:clrScheme name="T">
      <a:dk1>
        <a:srgbClr val="000000"/>
      </a:dk1>
      <a:lt1>
        <a:srgbClr val="FFFFFF"/>
      </a:lt1>
      <a:dk2>
        <a:srgbClr val="1F3864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">
      <a:majorFont>
        <a:latin typeface="Carlito"/>
      </a:majorFont>
      <a:minorFont>
        <a:latin typeface="Carlito"/>
      </a:minorFont>
    </a:fontScheme>
    <a:fmtScheme name="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</a:schemeClr>
            </a:gs>
            <a:gs pos="100000">
              <a:schemeClr val="phClr">
                <a:shade val="80000"/>
              </a:schemeClr>
            </a:gs>
          </a:gsLst>
          <a:lin ang="5400000" scaled="0"/>
        </a:gradFill>
        <a:solidFill>
          <a:schemeClr val="phClr"/>
        </a:solidFill>
      </a:fillStyleLst>
      <a:lnStyleLst>
        <a:ln w="9525"/>
        <a:ln w="25400"/>
        <a:ln w="38100"/>
      </a:lnStyleLst>
      <a:effectStyleLst>
        <a:effectStyle>
          <a:effectLst/>
        </a:effectStyle>
        <a:effectStyle>
          <a:effectLst>
            <a:outerShdw blurRad="40000" dist="38100" dir="5400000" rotWithShape="0">
              <a:srgbClr val="000000">
                <a:alpha val="40000"/>
              </a:srgbClr>
            </a:outerShdw>
          </a:effectLst>
        </a:effectStyle>
        <a:effectStyle>
          <a:effectLst/>
        </a:effectStyle>
      </a:effectStyleLst>
    </a:fmtScheme>
  </a:themeElements>
</a:theme>
</file>