
<file path=[Content_Types].xml><?xml version="1.0" encoding="utf-8"?>
<Types xmlns="http://schemas.openxmlformats.org/package/2006/content-types"/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</p:sldIdLst>
  <p:sldSz cx="9144000" cy="5143500"/>
</p:presentation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/Relationship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>
            <p:ph type="title"/>
          </p:nvPr>
        </p:nvSpPr>
        <p:spPr/>
      </p:sp>
      <p:sp>
        <p:nvSpPr>
          <p:cNvPr id="3" name="Content"/>
          <p:cNvSpPr/>
          <p:nvPr>
            <p:ph idx="1"/>
          </p:nvPr>
        </p:nvSpPr>
        <p:spPr/>
      </p:sp>
    </p:spTree>
  </p:cSld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Title"/>
          <p:cNvSpPr/>
          <p:nvPr>
            <p:ph type="title"/>
          </p:nvPr>
        </p:nvSpPr>
        <p:spPr>
          <a:xfrm>
            <a:off x="457200" y="200000"/>
            <a:ext cx="8229600" cy="900000"/>
          </a:xfrm>
        </p:spPr>
        <p:txBody>
          <a:bodyPr anchor="b"/>
          <a:lstStyle/>
          <a:p>
            <a:r>
              <a:t>Title</a:t>
            </a:r>
          </a:p>
        </p:txBody>
      </p:sp>
      <p:sp>
        <p:nvSpPr>
          <p:cNvPr id="3" name="Body"/>
          <p:cNvSpPr/>
          <p:nvPr>
            <p:ph type="body" idx="1"/>
          </p:nvPr>
        </p:nvSpPr>
        <p:spPr>
          <a:xfrm>
            <a:off x="457200" y="1200000"/>
            <a:ext cx="8229600" cy="3200000"/>
          </a:xfrm>
        </p:spPr>
        <p:txBody>
          <a:bodyPr/>
          <a:lstStyle/>
          <a:p>
            <a:r>
              <a:t>Text</a:t>
            </a:r>
          </a:p>
        </p:txBody>
      </p:sp>
      <p:sp>
        <p:nvSpPr>
          <p:cNvPr id="4" name="Band"/>
          <p:cNvSpPr/>
          <p:nvPr userDrawn="1"/>
        </p:nvSpPr>
        <p:spPr>
          <a:xfrm>
            <a:off x="0" y="4943500"/>
            <a:ext cx="9144000" cy="200000"/>
          </a:xfrm>
          <a:prstGeom prst="rect">
            <a:avLst/>
          </a:prstGeom>
          <a:solidFill>
            <a:schemeClr val="accent1"/>
          </a:solidFill>
        </p:spPr>
      </p:sp>
    </p:spTree>
  </p:cSld>
  <p:clrMap bg1="lt1" tx1="dk1" bg2="lt2" tx2="dk2" accent1="accent1" accent2="accent2" accent3="accent3" accent4="accent4" accent5="accent5" accent6="accent6" hlink="hlink" folHlink="folHlink"/>
  <p:txStyles>
    <p:titleStyle>
      <a:lvl1pPr algn="ctr">
        <a:defRPr sz="4400" b="1">
          <a:solidFill>
            <a:schemeClr val="tx2"/>
          </a:solidFill>
          <a:latin typeface="+mj-lt"/>
        </a:defRPr>
      </a:lvl1pPr>
    </p:titleStyle>
    <p:bodyStyle>
      <a:lvl1pPr marL="342900" indent="-342900">
        <a:buChar char="•"/>
        <a:defRPr sz="2800">
          <a:solidFill>
            <a:schemeClr val="tx1"/>
          </a:solidFill>
        </a:defRPr>
      </a:lvl1pPr>
      <a:lvl2pPr marL="742950" indent="-285750">
        <a:buChar char="–"/>
        <a:defRPr sz="2400"/>
      </a:lvl2pPr>
    </p:bodyStyle>
    <p:otherStyle>
      <a:lvl1pPr>
        <a:defRPr sz="1800"/>
      </a:lvl1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/>
          <p:nvPr>
            <p:ph type="title"/>
          </p:nvPr>
        </p:nvSpPr>
        <p:spPr/>
        <p:txBody>
          <a:bodyPr/>
          <a:lstStyle/>
          <a:p>
            <a:r>
              <a:rPr lang="en-US"/>
              <a:t>Hello Slides</a:t>
            </a:r>
          </a:p>
        </p:txBody>
      </p:sp>
      <p:sp>
        <p:nvSpPr>
          <p:cNvPr id="3" name="Content 2"/>
          <p:cNvSpPr/>
          <p:nvPr>
            <p:ph idx="1"/>
          </p:nvPr>
        </p:nvSpPr>
        <p:spPr/>
        <p:txBody>
          <a:bodyPr/>
          <a:lstStyle/>
          <a:p>
            <a:r>
              <a:t>First point</a:t>
            </a:r>
          </a:p>
          <a:p>
            <a:pPr lvl="1"/>
            <a:r>
              <a:t>A detail</a:t>
            </a:r>
          </a:p>
        </p:txBody>
      </p:sp>
      <p:sp>
        <p:nvSpPr>
          <p:cNvPr id="4" name="Box"/>
          <p:cNvSpPr/>
          <p:nvPr/>
        </p:nvSpPr>
        <p:spPr>
          <a:xfrm>
            <a:off x="5000000" y="3000000"/>
            <a:ext cx="1500000" cy="800000"/>
          </a:xfrm>
          <a:prstGeom prst="roundRect">
            <a:avLst/>
          </a:prstGeom>
          <a:solidFill>
            <a:schemeClr val="accent2"/>
          </a:solidFill>
        </p:spPr>
        <p:txBody>
          <a:bodyPr anchor="ctr"/>
          <a:lstStyle/>
          <a:p>
            <a:pPr algn="ctr"/>
            <a:r>
              <a:rPr sz="2000" b="1">
                <a:solidFill>
                  <a:srgbClr val="FFFFFF"/>
                </a:solidFill>
              </a:rPr>
              <a:t>Box &amp; text</a:t>
            </a:r>
          </a:p>
        </p:txBody>
      </p:sp>
      <p:sp>
        <p:nvSpPr>
          <p:cNvPr id="5" name="Oval"/>
          <p:cNvSpPr/>
          <p:nvPr/>
        </p:nvSpPr>
        <p:spPr>
          <a:xfrm>
            <a:off x="7500000" y="3000000"/>
            <a:ext cx="800000" cy="800000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6" name="Connector"/>
          <p:cNvCxnSpPr>
            <a:stCxn id="4" idx="3"/>
            <a:endCxn id="5" idx="2"/>
          </p:cNvCxnSpPr>
          <p:nvPr/>
        </p:nvCxnSpPr>
        <p:spPr>
          <a:xfrm>
            <a:off x="6500000" y="3400000"/>
            <a:ext cx="1000000" cy="1"/>
          </a:xfrm>
          <a:prstGeom prst="straightConnector1">
            <a:avLst/>
          </a:prstGeom>
          <a:ln w="19050">
            <a:solidFill>
              <a:srgbClr val="000000"/>
            </a:solidFill>
            <a:tailEnd type="triangle"/>
          </a:ln>
        </p:spPr>
      </p:cxnSp>
      <p:sp>
        <p:nvSpPr>
          <p:cNvPr id="8" name="Gradient"/>
          <p:cNvSpPr/>
          <p:nvPr/>
        </p:nvSpPr>
        <p:spPr>
          <a:xfrm>
            <a:off x="500000" y="3000000"/>
            <a:ext cx="1500000" cy="800000"/>
          </a:xfrm>
          <a:prstGeom prst="rect">
            <a:avLst/>
          </a:prstGeom>
          <a:gradFill>
            <a:gsLst>
              <a:gs pos="0">
                <a:srgbClr val="FF0000"/>
              </a:gs>
              <a:gs pos="100000">
                <a:srgbClr val="0000FF"/>
              </a:gs>
            </a:gsLst>
            <a:lin ang="0" scaled="0"/>
          </a:gradFill>
          <a:effectLst>
            <a:outerShdw blurRad="40000" dist="38100" dir="2700000">
              <a:srgbClr val="000000">
                <a:alpha val="40000"/>
              </a:srgbClr>
            </a:outerShdw>
          </a:effectLst>
        </p:spPr>
      </p:sp>
      <p:sp>
        <p:nvSpPr>
          <p:cNvPr id="7" name="Number"/>
          <p:cNvSpPr/>
          <p:nvPr>
            <p:ph type="sldNum" idx="12"/>
          </p:nvPr>
        </p:nvSpPr>
        <p:spPr>
          <a:xfrm>
            <a:off x="8500000" y="4700000"/>
            <a:ext cx="500000" cy="300000"/>
          </a:xfrm>
        </p:spPr>
        <p:txBody>
          <a:bodyPr/>
          <a:lstStyle/>
          <a:p>
            <a:fld id="{1}" type="slidenum">
              <a:rPr lang="en-US"/>
              <a:t>‹#›</a:t>
            </a:fld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"/>
          <p:cNvPicPr/>
          <p:nvPr/>
        </p:nvPicPr>
        <p:blipFill>
          <a:blip r:embed="rId2"/>
          <a:srcRect l="25000" r="25000"/>
          <a:stretch>
            <a:fillRect/>
          </a:stretch>
        </p:blipFill>
        <p:spPr>
          <a:xfrm>
            <a:off x="500000" y="500000"/>
            <a:ext cx="2000000" cy="2000000"/>
          </a:xfrm>
          <a:prstGeom prst="rect">
            <a:avLst/>
          </a:prstGeom>
        </p:spPr>
      </p:pic>
      <p:pic>
        <p:nvPicPr>
          <p:cNvPr id="4" name="Turned"/>
          <p:cNvPicPr/>
          <p:nvPr/>
        </p:nvPicPr>
        <p:blipFill>
          <a:blip r:embed="rId2"/>
          <a:stretch>
            <a:fillRect/>
          </a:stretch>
        </p:blipFill>
        <p:spPr>
          <a:xfrm rot="2700000" flipH="1">
            <a:off x="500000" y="3000000"/>
            <a:ext cx="1200000" cy="900000"/>
          </a:xfrm>
          <a:prstGeom prst="ellipse">
            <a:avLst/>
          </a:prstGeom>
        </p:spPr>
      </p:pic>
      <p:graphicFrame>
        <p:nvGraphicFramePr>
          <p:cNvPr id="3" name="Table"/>
          <p:cNvGraphicFramePr/>
          <p:nvPr/>
        </p:nvGraphicFramePr>
        <p:xfrm>
          <a:off x="3500000" y="500000"/>
          <a:ext cx="4000000" cy="740000"/>
        </p:xfrm>
        <a:graphic>
          <a:graphicData uri="http://schemas.openxmlformats.org/drawingml/2006/table">
            <a:tbl>
              <a:tblPr firstRow="1" bandRow="1"/>
              <a:tblGrid>
                <a:gridCol w="2000000"/>
                <a:gridCol w="2000000"/>
              </a:tblGrid>
              <a:tr h="370000">
                <a:tc>
                  <a:txBody>
                    <a:bodyPr/>
                    <a:lstStyle/>
                    <a:p>
                      <a:r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Value</a:t>
                      </a:r>
                    </a:p>
                  </a:txBody>
                  <a:tcPr/>
                </a:tc>
              </a:tr>
              <a:tr h="370000">
                <a:tc>
                  <a:txBody>
                    <a:bodyPr/>
                    <a:lstStyle/>
                    <a:p>
                      <a:r>
                        <a:t>width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42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</p:sld>
</file>

<file path=ppt/theme/theme1.xml><?xml version="1.0" encoding="utf-8"?>
<a:theme xmlns:a="http://schemas.openxmlformats.org/drawingml/2006/main" name="T">
  <a:themeElements>
    <a:clrScheme name="T">
      <a:dk1>
        <a:srgbClr val="000000"/>
      </a:dk1>
      <a:lt1>
        <a:srgbClr val="FFFFFF"/>
      </a:lt1>
      <a:dk2>
        <a:srgbClr val="1F3864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">
      <a:majorFont>
        <a:latin typeface="Carlito"/>
      </a:majorFont>
      <a:minorFont>
        <a:latin typeface="Carlito"/>
      </a:minorFont>
    </a:fontScheme>
    <a:fmtScheme name="T"/>
  </a:themeElements>
</a:theme>
</file>